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  <p:sldMasterId id="2147483694" r:id="rId4"/>
  </p:sldMasterIdLst>
  <p:notesMasterIdLst>
    <p:notesMasterId r:id="rId15"/>
  </p:notesMasterIdLst>
  <p:sldIdLst>
    <p:sldId id="387" r:id="rId5"/>
    <p:sldId id="401" r:id="rId6"/>
    <p:sldId id="259" r:id="rId7"/>
    <p:sldId id="403" r:id="rId8"/>
    <p:sldId id="350" r:id="rId9"/>
    <p:sldId id="402" r:id="rId10"/>
    <p:sldId id="392" r:id="rId11"/>
    <p:sldId id="398" r:id="rId12"/>
    <p:sldId id="404" r:id="rId13"/>
    <p:sldId id="39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FC9B4-1AA0-4382-8F03-D20A89DDC2D2}" v="3151" dt="2021-08-16T10:41:34.660"/>
    <p1510:client id="{16628225-FFAE-4126-A186-B87D79244B29}" v="477" dt="2022-06-26T05:16:19.460"/>
    <p1510:client id="{56364A0C-19B0-43C4-82B4-9500C19CC20E}" v="136" dt="2021-08-17T16:18:26.546"/>
    <p1510:client id="{9B62252E-3173-4B6D-8C93-44097DC2CBE3}" v="153" dt="2022-06-26T05:46:29.340"/>
    <p1510:client id="{C7101F68-D28C-4048-A7D5-3FA71FD87C38}" v="1" dt="2022-06-27T18:24:15.316"/>
    <p1510:client id="{DE705710-1AD6-41AE-AAC9-3F6050211296}" v="507" dt="2021-08-18T04:10:43.466"/>
    <p1510:client id="{EA3202F2-2F31-48A5-822A-3AD7D4308990}" v="1" dt="2021-08-18T09:14:53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24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maa nmiyesse" userId="ab81736aff8c03c2" providerId="Windows Live" clId="Web-{9B62252E-3173-4B6D-8C93-44097DC2CBE3}"/>
    <pc:docChg chg="addSld delSld modSld sldOrd">
      <pc:chgData name="chaimaa nmiyesse" userId="ab81736aff8c03c2" providerId="Windows Live" clId="Web-{9B62252E-3173-4B6D-8C93-44097DC2CBE3}" dt="2022-06-26T05:46:29.340" v="109" actId="1076"/>
      <pc:docMkLst>
        <pc:docMk/>
      </pc:docMkLst>
      <pc:sldChg chg="modSp">
        <pc:chgData name="chaimaa nmiyesse" userId="ab81736aff8c03c2" providerId="Windows Live" clId="Web-{9B62252E-3173-4B6D-8C93-44097DC2CBE3}" dt="2022-06-26T05:31:15.935" v="48" actId="20577"/>
        <pc:sldMkLst>
          <pc:docMk/>
          <pc:sldMk cId="3979649407" sldId="259"/>
        </pc:sldMkLst>
        <pc:spChg chg="mod">
          <ac:chgData name="chaimaa nmiyesse" userId="ab81736aff8c03c2" providerId="Windows Live" clId="Web-{9B62252E-3173-4B6D-8C93-44097DC2CBE3}" dt="2022-06-26T05:31:15.935" v="48" actId="20577"/>
          <ac:spMkLst>
            <pc:docMk/>
            <pc:sldMk cId="3979649407" sldId="259"/>
            <ac:spMk id="2" creationId="{D9B85F3A-0D98-4AE5-8CED-AA4A4CF82188}"/>
          </ac:spMkLst>
        </pc:spChg>
        <pc:spChg chg="mod">
          <ac:chgData name="chaimaa nmiyesse" userId="ab81736aff8c03c2" providerId="Windows Live" clId="Web-{9B62252E-3173-4B6D-8C93-44097DC2CBE3}" dt="2022-06-26T05:30:43.981" v="47" actId="20577"/>
          <ac:spMkLst>
            <pc:docMk/>
            <pc:sldMk cId="3979649407" sldId="259"/>
            <ac:spMk id="4" creationId="{7B9BDCDF-577E-2E2B-F43C-8CF74A25CD7A}"/>
          </ac:spMkLst>
        </pc:spChg>
      </pc:sldChg>
      <pc:sldChg chg="del">
        <pc:chgData name="chaimaa nmiyesse" userId="ab81736aff8c03c2" providerId="Windows Live" clId="Web-{9B62252E-3173-4B6D-8C93-44097DC2CBE3}" dt="2022-06-26T05:39:41.980" v="89"/>
        <pc:sldMkLst>
          <pc:docMk/>
          <pc:sldMk cId="608993516" sldId="320"/>
        </pc:sldMkLst>
      </pc:sldChg>
      <pc:sldChg chg="addSp delSp modSp ord">
        <pc:chgData name="chaimaa nmiyesse" userId="ab81736aff8c03c2" providerId="Windows Live" clId="Web-{9B62252E-3173-4B6D-8C93-44097DC2CBE3}" dt="2022-06-26T05:37:28.617" v="72"/>
        <pc:sldMkLst>
          <pc:docMk/>
          <pc:sldMk cId="1306974338" sldId="350"/>
        </pc:sldMkLst>
        <pc:spChg chg="mod">
          <ac:chgData name="chaimaa nmiyesse" userId="ab81736aff8c03c2" providerId="Windows Live" clId="Web-{9B62252E-3173-4B6D-8C93-44097DC2CBE3}" dt="2022-06-26T05:27:06.132" v="34" actId="20577"/>
          <ac:spMkLst>
            <pc:docMk/>
            <pc:sldMk cId="1306974338" sldId="350"/>
            <ac:spMk id="2" creationId="{D735F7F3-C1B5-4B60-A00A-4EB618DDFB5A}"/>
          </ac:spMkLst>
        </pc:spChg>
        <pc:spChg chg="add del mod">
          <ac:chgData name="chaimaa nmiyesse" userId="ab81736aff8c03c2" providerId="Windows Live" clId="Web-{9B62252E-3173-4B6D-8C93-44097DC2CBE3}" dt="2022-06-26T05:27:41.555" v="35"/>
          <ac:spMkLst>
            <pc:docMk/>
            <pc:sldMk cId="1306974338" sldId="350"/>
            <ac:spMk id="3" creationId="{1A26CFA7-62F9-EFA0-CADF-A686308DDE5D}"/>
          </ac:spMkLst>
        </pc:spChg>
        <pc:graphicFrameChg chg="add del">
          <ac:chgData name="chaimaa nmiyesse" userId="ab81736aff8c03c2" providerId="Windows Live" clId="Web-{9B62252E-3173-4B6D-8C93-44097DC2CBE3}" dt="2022-06-26T05:37:28.617" v="72"/>
          <ac:graphicFrameMkLst>
            <pc:docMk/>
            <pc:sldMk cId="1306974338" sldId="350"/>
            <ac:graphicFrameMk id="5" creationId="{BBE73D5C-2AA3-352D-CCE0-88C27ECD8D04}"/>
          </ac:graphicFrameMkLst>
        </pc:graphicFrameChg>
      </pc:sldChg>
      <pc:sldChg chg="del">
        <pc:chgData name="chaimaa nmiyesse" userId="ab81736aff8c03c2" providerId="Windows Live" clId="Web-{9B62252E-3173-4B6D-8C93-44097DC2CBE3}" dt="2022-06-26T05:40:25.060" v="91"/>
        <pc:sldMkLst>
          <pc:docMk/>
          <pc:sldMk cId="3708753911" sldId="388"/>
        </pc:sldMkLst>
      </pc:sldChg>
      <pc:sldChg chg="addSp delSp modSp">
        <pc:chgData name="chaimaa nmiyesse" userId="ab81736aff8c03c2" providerId="Windows Live" clId="Web-{9B62252E-3173-4B6D-8C93-44097DC2CBE3}" dt="2022-06-26T05:46:29.340" v="109" actId="1076"/>
        <pc:sldMkLst>
          <pc:docMk/>
          <pc:sldMk cId="362939953" sldId="392"/>
        </pc:sldMkLst>
        <pc:picChg chg="add mod">
          <ac:chgData name="chaimaa nmiyesse" userId="ab81736aff8c03c2" providerId="Windows Live" clId="Web-{9B62252E-3173-4B6D-8C93-44097DC2CBE3}" dt="2022-06-26T05:46:29.340" v="109" actId="1076"/>
          <ac:picMkLst>
            <pc:docMk/>
            <pc:sldMk cId="362939953" sldId="392"/>
            <ac:picMk id="2" creationId="{BD5608F8-D3D3-854D-4C78-5081AB518D46}"/>
          </ac:picMkLst>
        </pc:picChg>
        <pc:picChg chg="del">
          <ac:chgData name="chaimaa nmiyesse" userId="ab81736aff8c03c2" providerId="Windows Live" clId="Web-{9B62252E-3173-4B6D-8C93-44097DC2CBE3}" dt="2022-06-26T05:42:27.157" v="98"/>
          <ac:picMkLst>
            <pc:docMk/>
            <pc:sldMk cId="362939953" sldId="392"/>
            <ac:picMk id="4" creationId="{342CB1D0-908A-4E88-A263-23A16AD37AC2}"/>
          </ac:picMkLst>
        </pc:picChg>
        <pc:picChg chg="del">
          <ac:chgData name="chaimaa nmiyesse" userId="ab81736aff8c03c2" providerId="Windows Live" clId="Web-{9B62252E-3173-4B6D-8C93-44097DC2CBE3}" dt="2022-06-26T05:42:30.251" v="99"/>
          <ac:picMkLst>
            <pc:docMk/>
            <pc:sldMk cId="362939953" sldId="392"/>
            <ac:picMk id="5" creationId="{0FA34347-84CB-42AE-B91B-F766901B4455}"/>
          </ac:picMkLst>
        </pc:picChg>
      </pc:sldChg>
      <pc:sldChg chg="modSp">
        <pc:chgData name="chaimaa nmiyesse" userId="ab81736aff8c03c2" providerId="Windows Live" clId="Web-{9B62252E-3173-4B6D-8C93-44097DC2CBE3}" dt="2022-06-26T05:41:56.687" v="97" actId="14100"/>
        <pc:sldMkLst>
          <pc:docMk/>
          <pc:sldMk cId="2608937364" sldId="398"/>
        </pc:sldMkLst>
        <pc:picChg chg="mod">
          <ac:chgData name="chaimaa nmiyesse" userId="ab81736aff8c03c2" providerId="Windows Live" clId="Web-{9B62252E-3173-4B6D-8C93-44097DC2CBE3}" dt="2022-06-26T05:41:56.687" v="97" actId="14100"/>
          <ac:picMkLst>
            <pc:docMk/>
            <pc:sldMk cId="2608937364" sldId="398"/>
            <ac:picMk id="2" creationId="{F36144C8-0F3E-42CE-944C-3D1B15C37CEC}"/>
          </ac:picMkLst>
        </pc:picChg>
      </pc:sldChg>
      <pc:sldChg chg="addSp delSp modSp">
        <pc:chgData name="chaimaa nmiyesse" userId="ab81736aff8c03c2" providerId="Windows Live" clId="Web-{9B62252E-3173-4B6D-8C93-44097DC2CBE3}" dt="2022-06-26T05:38:58.464" v="88" actId="20577"/>
        <pc:sldMkLst>
          <pc:docMk/>
          <pc:sldMk cId="3609314555" sldId="402"/>
        </pc:sldMkLst>
        <pc:spChg chg="add del">
          <ac:chgData name="chaimaa nmiyesse" userId="ab81736aff8c03c2" providerId="Windows Live" clId="Web-{9B62252E-3173-4B6D-8C93-44097DC2CBE3}" dt="2022-06-26T05:29:21.385" v="37"/>
          <ac:spMkLst>
            <pc:docMk/>
            <pc:sldMk cId="3609314555" sldId="402"/>
            <ac:spMk id="2" creationId="{854C163B-5737-9A31-23C8-D73A7467FD4E}"/>
          </ac:spMkLst>
        </pc:spChg>
        <pc:spChg chg="add mod">
          <ac:chgData name="chaimaa nmiyesse" userId="ab81736aff8c03c2" providerId="Windows Live" clId="Web-{9B62252E-3173-4B6D-8C93-44097DC2CBE3}" dt="2022-06-26T05:38:58.464" v="88" actId="20577"/>
          <ac:spMkLst>
            <pc:docMk/>
            <pc:sldMk cId="3609314555" sldId="402"/>
            <ac:spMk id="3" creationId="{383F271E-68BA-2E39-8995-D1ED40FB8C2B}"/>
          </ac:spMkLst>
        </pc:spChg>
        <pc:spChg chg="del">
          <ac:chgData name="chaimaa nmiyesse" userId="ab81736aff8c03c2" providerId="Windows Live" clId="Web-{9B62252E-3173-4B6D-8C93-44097DC2CBE3}" dt="2022-06-26T05:29:36.667" v="41"/>
          <ac:spMkLst>
            <pc:docMk/>
            <pc:sldMk cId="3609314555" sldId="402"/>
            <ac:spMk id="28" creationId="{D9F1090D-049E-469C-8DD0-BE25A458A218}"/>
          </ac:spMkLst>
        </pc:spChg>
        <pc:grpChg chg="del">
          <ac:chgData name="chaimaa nmiyesse" userId="ab81736aff8c03c2" providerId="Windows Live" clId="Web-{9B62252E-3173-4B6D-8C93-44097DC2CBE3}" dt="2022-06-26T05:29:33.651" v="40"/>
          <ac:grpSpMkLst>
            <pc:docMk/>
            <pc:sldMk cId="3609314555" sldId="402"/>
            <ac:grpSpMk id="51" creationId="{0EA0B30E-6517-47FB-810F-2876F82E30E7}"/>
          </ac:grpSpMkLst>
        </pc:grpChg>
        <pc:grpChg chg="del">
          <ac:chgData name="chaimaa nmiyesse" userId="ab81736aff8c03c2" providerId="Windows Live" clId="Web-{9B62252E-3173-4B6D-8C93-44097DC2CBE3}" dt="2022-06-26T05:29:27.917" v="38"/>
          <ac:grpSpMkLst>
            <pc:docMk/>
            <pc:sldMk cId="3609314555" sldId="402"/>
            <ac:grpSpMk id="52" creationId="{6DB279B7-2CDA-4537-B456-53305755D9DD}"/>
          </ac:grpSpMkLst>
        </pc:grpChg>
        <pc:grpChg chg="del">
          <ac:chgData name="chaimaa nmiyesse" userId="ab81736aff8c03c2" providerId="Windows Live" clId="Web-{9B62252E-3173-4B6D-8C93-44097DC2CBE3}" dt="2022-06-26T05:29:30.058" v="39"/>
          <ac:grpSpMkLst>
            <pc:docMk/>
            <pc:sldMk cId="3609314555" sldId="402"/>
            <ac:grpSpMk id="53" creationId="{0C141D5F-1484-4B25-B77C-9AA3112CB068}"/>
          </ac:grpSpMkLst>
        </pc:grpChg>
        <pc:grpChg chg="del">
          <ac:chgData name="chaimaa nmiyesse" userId="ab81736aff8c03c2" providerId="Windows Live" clId="Web-{9B62252E-3173-4B6D-8C93-44097DC2CBE3}" dt="2022-06-26T05:29:42.542" v="42"/>
          <ac:grpSpMkLst>
            <pc:docMk/>
            <pc:sldMk cId="3609314555" sldId="402"/>
            <ac:grpSpMk id="54" creationId="{DC999533-79ED-4DB0-9278-5C9F816AA9B1}"/>
          </ac:grpSpMkLst>
        </pc:grpChg>
      </pc:sldChg>
      <pc:sldChg chg="add">
        <pc:chgData name="chaimaa nmiyesse" userId="ab81736aff8c03c2" providerId="Windows Live" clId="Web-{9B62252E-3173-4B6D-8C93-44097DC2CBE3}" dt="2022-06-26T05:40:18.294" v="90"/>
        <pc:sldMkLst>
          <pc:docMk/>
          <pc:sldMk cId="3971390338" sldId="404"/>
        </pc:sldMkLst>
      </pc:sldChg>
    </pc:docChg>
  </pc:docChgLst>
  <pc:docChgLst>
    <pc:chgData name="chaimaa nmiyesse" userId="ab81736aff8c03c2" providerId="Windows Live" clId="Web-{0CDFC9B4-1AA0-4382-8F03-D20A89DDC2D2}"/>
    <pc:docChg chg="addSld delSld modSld sldOrd">
      <pc:chgData name="chaimaa nmiyesse" userId="ab81736aff8c03c2" providerId="Windows Live" clId="Web-{0CDFC9B4-1AA0-4382-8F03-D20A89DDC2D2}" dt="2021-08-16T10:41:34.660" v="1998"/>
      <pc:docMkLst>
        <pc:docMk/>
      </pc:docMkLst>
      <pc:sldChg chg="addSp delSp modSp ord">
        <pc:chgData name="chaimaa nmiyesse" userId="ab81736aff8c03c2" providerId="Windows Live" clId="Web-{0CDFC9B4-1AA0-4382-8F03-D20A89DDC2D2}" dt="2021-08-16T01:57:09.424" v="1178"/>
        <pc:sldMkLst>
          <pc:docMk/>
          <pc:sldMk cId="3979649407" sldId="259"/>
        </pc:sldMkLst>
        <pc:spChg chg="mod">
          <ac:chgData name="chaimaa nmiyesse" userId="ab81736aff8c03c2" providerId="Windows Live" clId="Web-{0CDFC9B4-1AA0-4382-8F03-D20A89DDC2D2}" dt="2021-08-15T21:36:02.752" v="808" actId="20577"/>
          <ac:spMkLst>
            <pc:docMk/>
            <pc:sldMk cId="3979649407" sldId="259"/>
            <ac:spMk id="2" creationId="{D9B85F3A-0D98-4AE5-8CED-AA4A4CF82188}"/>
          </ac:spMkLst>
        </pc:spChg>
        <pc:spChg chg="add mod">
          <ac:chgData name="chaimaa nmiyesse" userId="ab81736aff8c03c2" providerId="Windows Live" clId="Web-{0CDFC9B4-1AA0-4382-8F03-D20A89DDC2D2}" dt="2021-08-16T01:20:08.870" v="1153" actId="20577"/>
          <ac:spMkLst>
            <pc:docMk/>
            <pc:sldMk cId="3979649407" sldId="259"/>
            <ac:spMk id="3" creationId="{7425E295-6C82-46F7-80CE-A9E67A6D5728}"/>
          </ac:spMkLst>
        </pc:spChg>
        <pc:spChg chg="add del">
          <ac:chgData name="chaimaa nmiyesse" userId="ab81736aff8c03c2" providerId="Windows Live" clId="Web-{0CDFC9B4-1AA0-4382-8F03-D20A89DDC2D2}" dt="2021-08-16T01:17:44.118" v="1110"/>
          <ac:spMkLst>
            <pc:docMk/>
            <pc:sldMk cId="3979649407" sldId="259"/>
            <ac:spMk id="4" creationId="{F262FF53-1CA2-4668-A324-6E98767069A2}"/>
          </ac:spMkLst>
        </pc:spChg>
        <pc:spChg chg="add del mod">
          <ac:chgData name="chaimaa nmiyesse" userId="ab81736aff8c03c2" providerId="Windows Live" clId="Web-{0CDFC9B4-1AA0-4382-8F03-D20A89DDC2D2}" dt="2021-08-16T01:17:37.399" v="1109"/>
          <ac:spMkLst>
            <pc:docMk/>
            <pc:sldMk cId="3979649407" sldId="259"/>
            <ac:spMk id="5" creationId="{90C6254C-91BE-4A87-9DDA-6FD340B5B538}"/>
          </ac:spMkLst>
        </pc:spChg>
        <pc:spChg chg="del topLvl">
          <ac:chgData name="chaimaa nmiyesse" userId="ab81736aff8c03c2" providerId="Windows Live" clId="Web-{0CDFC9B4-1AA0-4382-8F03-D20A89DDC2D2}" dt="2021-08-16T01:15:24.050" v="1086"/>
          <ac:spMkLst>
            <pc:docMk/>
            <pc:sldMk cId="3979649407" sldId="259"/>
            <ac:spMk id="13" creationId="{A9698AA6-D661-4007-BBD4-B935E528094D}"/>
          </ac:spMkLst>
        </pc:spChg>
        <pc:spChg chg="mod topLvl">
          <ac:chgData name="chaimaa nmiyesse" userId="ab81736aff8c03c2" providerId="Windows Live" clId="Web-{0CDFC9B4-1AA0-4382-8F03-D20A89DDC2D2}" dt="2021-08-16T01:15:55.660" v="1090" actId="20577"/>
          <ac:spMkLst>
            <pc:docMk/>
            <pc:sldMk cId="3979649407" sldId="259"/>
            <ac:spMk id="14" creationId="{CCA69C0B-39C5-4548-9E4A-FDFA046A2B0D}"/>
          </ac:spMkLst>
        </pc:spChg>
        <pc:spChg chg="add mod">
          <ac:chgData name="chaimaa nmiyesse" userId="ab81736aff8c03c2" providerId="Windows Live" clId="Web-{0CDFC9B4-1AA0-4382-8F03-D20A89DDC2D2}" dt="2021-08-16T01:56:56.611" v="1177" actId="20577"/>
          <ac:spMkLst>
            <pc:docMk/>
            <pc:sldMk cId="3979649407" sldId="259"/>
            <ac:spMk id="18" creationId="{5C008A21-A229-43D7-A374-BC3FD795D2D4}"/>
          </ac:spMkLst>
        </pc:spChg>
        <pc:spChg chg="add del mod topLvl">
          <ac:chgData name="chaimaa nmiyesse" userId="ab81736aff8c03c2" providerId="Windows Live" clId="Web-{0CDFC9B4-1AA0-4382-8F03-D20A89DDC2D2}" dt="2021-08-16T00:49:01.976" v="1002" actId="20577"/>
          <ac:spMkLst>
            <pc:docMk/>
            <pc:sldMk cId="3979649407" sldId="259"/>
            <ac:spMk id="19" creationId="{584E85FE-6755-4037-861A-67353BB57A06}"/>
          </ac:spMkLst>
        </pc:spChg>
        <pc:spChg chg="del mod topLvl">
          <ac:chgData name="chaimaa nmiyesse" userId="ab81736aff8c03c2" providerId="Windows Live" clId="Web-{0CDFC9B4-1AA0-4382-8F03-D20A89DDC2D2}" dt="2021-08-16T00:43:56.330" v="964"/>
          <ac:spMkLst>
            <pc:docMk/>
            <pc:sldMk cId="3979649407" sldId="259"/>
            <ac:spMk id="20" creationId="{2EBEF327-B525-46D9-A516-D0E52EEB2878}"/>
          </ac:spMkLst>
        </pc:spChg>
        <pc:spChg chg="del topLvl">
          <ac:chgData name="chaimaa nmiyesse" userId="ab81736aff8c03c2" providerId="Windows Live" clId="Web-{0CDFC9B4-1AA0-4382-8F03-D20A89DDC2D2}" dt="2021-08-16T00:46:52.133" v="980"/>
          <ac:spMkLst>
            <pc:docMk/>
            <pc:sldMk cId="3979649407" sldId="259"/>
            <ac:spMk id="22" creationId="{ED4E2F20-21B0-4D97-87B9-E04CC0316F2A}"/>
          </ac:spMkLst>
        </pc:spChg>
        <pc:spChg chg="del mod topLvl">
          <ac:chgData name="chaimaa nmiyesse" userId="ab81736aff8c03c2" providerId="Windows Live" clId="Web-{0CDFC9B4-1AA0-4382-8F03-D20A89DDC2D2}" dt="2021-08-16T00:46:46.399" v="979"/>
          <ac:spMkLst>
            <pc:docMk/>
            <pc:sldMk cId="3979649407" sldId="259"/>
            <ac:spMk id="23" creationId="{2206361B-88D1-480A-A3D9-9A6D2F31DC20}"/>
          </ac:spMkLst>
        </pc:spChg>
        <pc:spChg chg="add mod">
          <ac:chgData name="chaimaa nmiyesse" userId="ab81736aff8c03c2" providerId="Windows Live" clId="Web-{0CDFC9B4-1AA0-4382-8F03-D20A89DDC2D2}" dt="2021-08-16T00:50:12.743" v="1014" actId="20577"/>
          <ac:spMkLst>
            <pc:docMk/>
            <pc:sldMk cId="3979649407" sldId="259"/>
            <ac:spMk id="29" creationId="{623FBEE1-DE90-4539-81F1-4787B9ABB0DD}"/>
          </ac:spMkLst>
        </pc:spChg>
        <pc:spChg chg="mod">
          <ac:chgData name="chaimaa nmiyesse" userId="ab81736aff8c03c2" providerId="Windows Live" clId="Web-{0CDFC9B4-1AA0-4382-8F03-D20A89DDC2D2}" dt="2021-08-16T01:16:19.082" v="1099" actId="20577"/>
          <ac:spMkLst>
            <pc:docMk/>
            <pc:sldMk cId="3979649407" sldId="259"/>
            <ac:spMk id="32" creationId="{06875016-BE07-48D6-9553-FF9BF35FA472}"/>
          </ac:spMkLst>
        </pc:spChg>
        <pc:spChg chg="del mod">
          <ac:chgData name="chaimaa nmiyesse" userId="ab81736aff8c03c2" providerId="Windows Live" clId="Web-{0CDFC9B4-1AA0-4382-8F03-D20A89DDC2D2}" dt="2021-08-16T01:11:23.198" v="1079"/>
          <ac:spMkLst>
            <pc:docMk/>
            <pc:sldMk cId="3979649407" sldId="259"/>
            <ac:spMk id="33" creationId="{099DFCA6-3AC3-4CB0-BC18-941BB36234C1}"/>
          </ac:spMkLst>
        </pc:spChg>
        <pc:spChg chg="del mod">
          <ac:chgData name="chaimaa nmiyesse" userId="ab81736aff8c03c2" providerId="Windows Live" clId="Web-{0CDFC9B4-1AA0-4382-8F03-D20A89DDC2D2}" dt="2021-08-16T01:10:04.838" v="1077"/>
          <ac:spMkLst>
            <pc:docMk/>
            <pc:sldMk cId="3979649407" sldId="259"/>
            <ac:spMk id="34" creationId="{6C6745C3-D0A2-4A61-ADBC-923E0481F1E1}"/>
          </ac:spMkLst>
        </pc:spChg>
        <pc:spChg chg="del mod">
          <ac:chgData name="chaimaa nmiyesse" userId="ab81736aff8c03c2" providerId="Windows Live" clId="Web-{0CDFC9B4-1AA0-4382-8F03-D20A89DDC2D2}" dt="2021-08-16T01:16:39.083" v="1100"/>
          <ac:spMkLst>
            <pc:docMk/>
            <pc:sldMk cId="3979649407" sldId="259"/>
            <ac:spMk id="35" creationId="{BF945D19-2155-4835-BC86-26A66775386A}"/>
          </ac:spMkLst>
        </pc:spChg>
        <pc:spChg chg="del">
          <ac:chgData name="chaimaa nmiyesse" userId="ab81736aff8c03c2" providerId="Windows Live" clId="Web-{0CDFC9B4-1AA0-4382-8F03-D20A89DDC2D2}" dt="2021-08-16T01:57:09.424" v="1178"/>
          <ac:spMkLst>
            <pc:docMk/>
            <pc:sldMk cId="3979649407" sldId="259"/>
            <ac:spMk id="36" creationId="{A3AB334E-B8C9-46EC-95D4-3F71BCBA6FDB}"/>
          </ac:spMkLst>
        </pc:spChg>
        <pc:grpChg chg="del">
          <ac:chgData name="chaimaa nmiyesse" userId="ab81736aff8c03c2" providerId="Windows Live" clId="Web-{0CDFC9B4-1AA0-4382-8F03-D20A89DDC2D2}" dt="2021-08-16T01:03:36.176" v="1016"/>
          <ac:grpSpMkLst>
            <pc:docMk/>
            <pc:sldMk cId="3979649407" sldId="259"/>
            <ac:grpSpMk id="9" creationId="{956374B4-0B61-4E2E-BE3A-5730818168D0}"/>
          </ac:grpSpMkLst>
        </pc:grpChg>
        <pc:grpChg chg="del">
          <ac:chgData name="chaimaa nmiyesse" userId="ab81736aff8c03c2" providerId="Windows Live" clId="Web-{0CDFC9B4-1AA0-4382-8F03-D20A89DDC2D2}" dt="2021-08-16T01:15:24.050" v="1086"/>
          <ac:grpSpMkLst>
            <pc:docMk/>
            <pc:sldMk cId="3979649407" sldId="259"/>
            <ac:grpSpMk id="12" creationId="{260994AD-7C56-4748-A154-CCBA2442E219}"/>
          </ac:grpSpMkLst>
        </pc:grpChg>
        <pc:grpChg chg="del">
          <ac:chgData name="chaimaa nmiyesse" userId="ab81736aff8c03c2" providerId="Windows Live" clId="Web-{0CDFC9B4-1AA0-4382-8F03-D20A89DDC2D2}" dt="2021-08-16T01:56:21.921" v="1155"/>
          <ac:grpSpMkLst>
            <pc:docMk/>
            <pc:sldMk cId="3979649407" sldId="259"/>
            <ac:grpSpMk id="15" creationId="{04F847C0-CFB4-442E-95B5-CAA87D2AA46B}"/>
          </ac:grpSpMkLst>
        </pc:grpChg>
        <pc:grpChg chg="add del mod">
          <ac:chgData name="chaimaa nmiyesse" userId="ab81736aff8c03c2" providerId="Windows Live" clId="Web-{0CDFC9B4-1AA0-4382-8F03-D20A89DDC2D2}" dt="2021-08-16T00:43:56.330" v="964"/>
          <ac:grpSpMkLst>
            <pc:docMk/>
            <pc:sldMk cId="3979649407" sldId="259"/>
            <ac:grpSpMk id="18" creationId="{3F83000C-45A3-4501-99A0-D2EA568F461D}"/>
          </ac:grpSpMkLst>
        </pc:grpChg>
        <pc:grpChg chg="del">
          <ac:chgData name="chaimaa nmiyesse" userId="ab81736aff8c03c2" providerId="Windows Live" clId="Web-{0CDFC9B4-1AA0-4382-8F03-D20A89DDC2D2}" dt="2021-08-16T00:46:46.399" v="979"/>
          <ac:grpSpMkLst>
            <pc:docMk/>
            <pc:sldMk cId="3979649407" sldId="259"/>
            <ac:grpSpMk id="21" creationId="{9E008DCD-2CBD-4CF7-B950-B59ACA33E9F6}"/>
          </ac:grpSpMkLst>
        </pc:grpChg>
      </pc:sldChg>
      <pc:sldChg chg="delSp modSp ord">
        <pc:chgData name="chaimaa nmiyesse" userId="ab81736aff8c03c2" providerId="Windows Live" clId="Web-{0CDFC9B4-1AA0-4382-8F03-D20A89DDC2D2}" dt="2021-08-16T00:09:33.951" v="840"/>
        <pc:sldMkLst>
          <pc:docMk/>
          <pc:sldMk cId="141078548" sldId="260"/>
        </pc:sldMkLst>
        <pc:spChg chg="del">
          <ac:chgData name="chaimaa nmiyesse" userId="ab81736aff8c03c2" providerId="Windows Live" clId="Web-{0CDFC9B4-1AA0-4382-8F03-D20A89DDC2D2}" dt="2021-08-15T23:31:42.811" v="813"/>
          <ac:spMkLst>
            <pc:docMk/>
            <pc:sldMk cId="141078548" sldId="260"/>
            <ac:spMk id="20" creationId="{84F74564-24F1-4E99-B887-877F6176D3B2}"/>
          </ac:spMkLst>
        </pc:spChg>
        <pc:spChg chg="del">
          <ac:chgData name="chaimaa nmiyesse" userId="ab81736aff8c03c2" providerId="Windows Live" clId="Web-{0CDFC9B4-1AA0-4382-8F03-D20A89DDC2D2}" dt="2021-08-15T23:32:11.266" v="814"/>
          <ac:spMkLst>
            <pc:docMk/>
            <pc:sldMk cId="141078548" sldId="260"/>
            <ac:spMk id="22" creationId="{2F4F9225-3F78-4591-A35F-DA6F0829F259}"/>
          </ac:spMkLst>
        </pc:spChg>
        <pc:spChg chg="del">
          <ac:chgData name="chaimaa nmiyesse" userId="ab81736aff8c03c2" providerId="Windows Live" clId="Web-{0CDFC9B4-1AA0-4382-8F03-D20A89DDC2D2}" dt="2021-08-15T23:32:11.297" v="815"/>
          <ac:spMkLst>
            <pc:docMk/>
            <pc:sldMk cId="141078548" sldId="260"/>
            <ac:spMk id="24" creationId="{0C8DD11A-15B5-444B-AC41-D90CC70C498C}"/>
          </ac:spMkLst>
        </pc:spChg>
        <pc:spChg chg="del">
          <ac:chgData name="chaimaa nmiyesse" userId="ab81736aff8c03c2" providerId="Windows Live" clId="Web-{0CDFC9B4-1AA0-4382-8F03-D20A89DDC2D2}" dt="2021-08-15T23:32:11.313" v="816"/>
          <ac:spMkLst>
            <pc:docMk/>
            <pc:sldMk cId="141078548" sldId="260"/>
            <ac:spMk id="26" creationId="{D1EB80E2-89E9-4548-B234-5EF877269DBD}"/>
          </ac:spMkLst>
        </pc:spChg>
        <pc:spChg chg="mod">
          <ac:chgData name="chaimaa nmiyesse" userId="ab81736aff8c03c2" providerId="Windows Live" clId="Web-{0CDFC9B4-1AA0-4382-8F03-D20A89DDC2D2}" dt="2021-08-15T23:33:31.989" v="820" actId="1076"/>
          <ac:spMkLst>
            <pc:docMk/>
            <pc:sldMk cId="141078548" sldId="260"/>
            <ac:spMk id="31" creationId="{5E4AD963-4025-4B31-BA5A-DE9ACEFC017F}"/>
          </ac:spMkLst>
        </pc:spChg>
      </pc:sldChg>
      <pc:sldChg chg="delSp modSp ord">
        <pc:chgData name="chaimaa nmiyesse" userId="ab81736aff8c03c2" providerId="Windows Live" clId="Web-{0CDFC9B4-1AA0-4382-8F03-D20A89DDC2D2}" dt="2021-08-16T00:16:07.361" v="855" actId="1076"/>
        <pc:sldMkLst>
          <pc:docMk/>
          <pc:sldMk cId="2737942562" sldId="298"/>
        </pc:sldMkLst>
        <pc:spChg chg="mod">
          <ac:chgData name="chaimaa nmiyesse" userId="ab81736aff8c03c2" providerId="Windows Live" clId="Web-{0CDFC9B4-1AA0-4382-8F03-D20A89DDC2D2}" dt="2021-08-16T00:14:32.412" v="851" actId="1076"/>
          <ac:spMkLst>
            <pc:docMk/>
            <pc:sldMk cId="2737942562" sldId="298"/>
            <ac:spMk id="48" creationId="{32730170-BFEC-45F2-805E-5962A8A5C058}"/>
          </ac:spMkLst>
        </pc:spChg>
        <pc:spChg chg="mod">
          <ac:chgData name="chaimaa nmiyesse" userId="ab81736aff8c03c2" providerId="Windows Live" clId="Web-{0CDFC9B4-1AA0-4382-8F03-D20A89DDC2D2}" dt="2021-08-16T00:14:28.427" v="850" actId="1076"/>
          <ac:spMkLst>
            <pc:docMk/>
            <pc:sldMk cId="2737942562" sldId="298"/>
            <ac:spMk id="49" creationId="{11DCB7EC-D071-4218-93BC-19A3ACBE978D}"/>
          </ac:spMkLst>
        </pc:spChg>
        <pc:grpChg chg="mod">
          <ac:chgData name="chaimaa nmiyesse" userId="ab81736aff8c03c2" providerId="Windows Live" clId="Web-{0CDFC9B4-1AA0-4382-8F03-D20A89DDC2D2}" dt="2021-08-16T00:15:49.923" v="854" actId="1076"/>
          <ac:grpSpMkLst>
            <pc:docMk/>
            <pc:sldMk cId="2737942562" sldId="298"/>
            <ac:grpSpMk id="17" creationId="{8B272679-40D4-4557-AD7C-D1C42DB27809}"/>
          </ac:grpSpMkLst>
        </pc:grpChg>
        <pc:grpChg chg="mod">
          <ac:chgData name="chaimaa nmiyesse" userId="ab81736aff8c03c2" providerId="Windows Live" clId="Web-{0CDFC9B4-1AA0-4382-8F03-D20A89DDC2D2}" dt="2021-08-16T00:16:07.361" v="855" actId="1076"/>
          <ac:grpSpMkLst>
            <pc:docMk/>
            <pc:sldMk cId="2737942562" sldId="298"/>
            <ac:grpSpMk id="20" creationId="{3DDD01A2-EE42-4B88-9B51-BD8A1D4B9C11}"/>
          </ac:grpSpMkLst>
        </pc:grpChg>
        <pc:grpChg chg="del">
          <ac:chgData name="chaimaa nmiyesse" userId="ab81736aff8c03c2" providerId="Windows Live" clId="Web-{0CDFC9B4-1AA0-4382-8F03-D20A89DDC2D2}" dt="2021-08-16T00:14:04.630" v="847"/>
          <ac:grpSpMkLst>
            <pc:docMk/>
            <pc:sldMk cId="2737942562" sldId="298"/>
            <ac:grpSpMk id="31" creationId="{A5F1BB9E-DF05-43E5-888D-73600F55C859}"/>
          </ac:grpSpMkLst>
        </pc:grpChg>
        <pc:grpChg chg="del">
          <ac:chgData name="chaimaa nmiyesse" userId="ab81736aff8c03c2" providerId="Windows Live" clId="Web-{0CDFC9B4-1AA0-4382-8F03-D20A89DDC2D2}" dt="2021-08-16T00:14:02.099" v="846"/>
          <ac:grpSpMkLst>
            <pc:docMk/>
            <pc:sldMk cId="2737942562" sldId="298"/>
            <ac:grpSpMk id="37" creationId="{114931C6-F98A-48D6-A2E3-08A251A9B232}"/>
          </ac:grpSpMkLst>
        </pc:grpChg>
        <pc:graphicFrameChg chg="mod">
          <ac:chgData name="chaimaa nmiyesse" userId="ab81736aff8c03c2" providerId="Windows Live" clId="Web-{0CDFC9B4-1AA0-4382-8F03-D20A89DDC2D2}" dt="2021-08-16T00:14:20.740" v="849" actId="1076"/>
          <ac:graphicFrameMkLst>
            <pc:docMk/>
            <pc:sldMk cId="2737942562" sldId="298"/>
            <ac:graphicFrameMk id="16" creationId="{D596099D-4CC4-426D-A217-F540A99B3900}"/>
          </ac:graphicFrameMkLst>
        </pc:graphicFrameChg>
        <pc:graphicFrameChg chg="mod">
          <ac:chgData name="chaimaa nmiyesse" userId="ab81736aff8c03c2" providerId="Windows Live" clId="Web-{0CDFC9B4-1AA0-4382-8F03-D20A89DDC2D2}" dt="2021-08-16T00:14:14.068" v="848" actId="1076"/>
          <ac:graphicFrameMkLst>
            <pc:docMk/>
            <pc:sldMk cId="2737942562" sldId="298"/>
            <ac:graphicFrameMk id="23" creationId="{0E829259-7B46-497D-A64C-4CB10A3C224F}"/>
          </ac:graphicFrameMkLst>
        </pc:graphicFrameChg>
      </pc:sldChg>
      <pc:sldChg chg="addSp del">
        <pc:chgData name="chaimaa nmiyesse" userId="ab81736aff8c03c2" providerId="Windows Live" clId="Web-{0CDFC9B4-1AA0-4382-8F03-D20A89DDC2D2}" dt="2021-08-16T04:14:43.768" v="1530"/>
        <pc:sldMkLst>
          <pc:docMk/>
          <pc:sldMk cId="4179153492" sldId="299"/>
        </pc:sldMkLst>
        <pc:spChg chg="add">
          <ac:chgData name="chaimaa nmiyesse" userId="ab81736aff8c03c2" providerId="Windows Live" clId="Web-{0CDFC9B4-1AA0-4382-8F03-D20A89DDC2D2}" dt="2021-08-15T14:04:40.637" v="17"/>
          <ac:spMkLst>
            <pc:docMk/>
            <pc:sldMk cId="4179153492" sldId="299"/>
            <ac:spMk id="2" creationId="{C5A31E92-EB90-425F-8AED-89DA7B5399B2}"/>
          </ac:spMkLst>
        </pc:spChg>
        <pc:spChg chg="add">
          <ac:chgData name="chaimaa nmiyesse" userId="ab81736aff8c03c2" providerId="Windows Live" clId="Web-{0CDFC9B4-1AA0-4382-8F03-D20A89DDC2D2}" dt="2021-08-15T14:04:41.996" v="18"/>
          <ac:spMkLst>
            <pc:docMk/>
            <pc:sldMk cId="4179153492" sldId="299"/>
            <ac:spMk id="4" creationId="{D1FA500C-EA85-408B-ABEE-7BCCDB2C1EFD}"/>
          </ac:spMkLst>
        </pc:spChg>
      </pc:sldChg>
      <pc:sldChg chg="modSp">
        <pc:chgData name="chaimaa nmiyesse" userId="ab81736aff8c03c2" providerId="Windows Live" clId="Web-{0CDFC9B4-1AA0-4382-8F03-D20A89DDC2D2}" dt="2021-08-15T13:09:08.841" v="1" actId="1076"/>
        <pc:sldMkLst>
          <pc:docMk/>
          <pc:sldMk cId="486176497" sldId="306"/>
        </pc:sldMkLst>
        <pc:spChg chg="mod">
          <ac:chgData name="chaimaa nmiyesse" userId="ab81736aff8c03c2" providerId="Windows Live" clId="Web-{0CDFC9B4-1AA0-4382-8F03-D20A89DDC2D2}" dt="2021-08-15T13:09:08.841" v="1" actId="1076"/>
          <ac:spMkLst>
            <pc:docMk/>
            <pc:sldMk cId="486176497" sldId="306"/>
            <ac:spMk id="55" creationId="{F4DF7C3C-D955-465B-A7ED-DA6CEFF74209}"/>
          </ac:spMkLst>
        </pc:spChg>
      </pc:sldChg>
      <pc:sldChg chg="del">
        <pc:chgData name="chaimaa nmiyesse" userId="ab81736aff8c03c2" providerId="Windows Live" clId="Web-{0CDFC9B4-1AA0-4382-8F03-D20A89DDC2D2}" dt="2021-08-15T22:46:13.653" v="812"/>
        <pc:sldMkLst>
          <pc:docMk/>
          <pc:sldMk cId="2498161071" sldId="311"/>
        </pc:sldMkLst>
      </pc:sldChg>
      <pc:sldChg chg="del">
        <pc:chgData name="chaimaa nmiyesse" userId="ab81736aff8c03c2" providerId="Windows Live" clId="Web-{0CDFC9B4-1AA0-4382-8F03-D20A89DDC2D2}" dt="2021-08-16T04:14:13.908" v="1528"/>
        <pc:sldMkLst>
          <pc:docMk/>
          <pc:sldMk cId="1404339508" sldId="317"/>
        </pc:sldMkLst>
      </pc:sldChg>
      <pc:sldChg chg="ord">
        <pc:chgData name="chaimaa nmiyesse" userId="ab81736aff8c03c2" providerId="Windows Live" clId="Web-{0CDFC9B4-1AA0-4382-8F03-D20A89DDC2D2}" dt="2021-08-15T19:00:33.461" v="792"/>
        <pc:sldMkLst>
          <pc:docMk/>
          <pc:sldMk cId="624695530" sldId="318"/>
        </pc:sldMkLst>
      </pc:sldChg>
      <pc:sldChg chg="addSp delSp modSp ord">
        <pc:chgData name="chaimaa nmiyesse" userId="ab81736aff8c03c2" providerId="Windows Live" clId="Web-{0CDFC9B4-1AA0-4382-8F03-D20A89DDC2D2}" dt="2021-08-16T09:07:54.635" v="1936" actId="1076"/>
        <pc:sldMkLst>
          <pc:docMk/>
          <pc:sldMk cId="608993516" sldId="320"/>
        </pc:sldMkLst>
        <pc:spChg chg="del">
          <ac:chgData name="chaimaa nmiyesse" userId="ab81736aff8c03c2" providerId="Windows Live" clId="Web-{0CDFC9B4-1AA0-4382-8F03-D20A89DDC2D2}" dt="2021-08-16T08:29:28.533" v="1625"/>
          <ac:spMkLst>
            <pc:docMk/>
            <pc:sldMk cId="608993516" sldId="320"/>
            <ac:spMk id="3" creationId="{CF3BC1A9-FE1A-40FC-8957-0C3E67106F42}"/>
          </ac:spMkLst>
        </pc:spChg>
        <pc:spChg chg="del">
          <ac:chgData name="chaimaa nmiyesse" userId="ab81736aff8c03c2" providerId="Windows Live" clId="Web-{0CDFC9B4-1AA0-4382-8F03-D20A89DDC2D2}" dt="2021-08-16T08:29:43.690" v="1626"/>
          <ac:spMkLst>
            <pc:docMk/>
            <pc:sldMk cId="608993516" sldId="320"/>
            <ac:spMk id="5" creationId="{5F1FAEE4-3C26-4EBA-81BC-9B02BB6EB736}"/>
          </ac:spMkLst>
        </pc:spChg>
        <pc:spChg chg="add del mod">
          <ac:chgData name="chaimaa nmiyesse" userId="ab81736aff8c03c2" providerId="Windows Live" clId="Web-{0CDFC9B4-1AA0-4382-8F03-D20A89DDC2D2}" dt="2021-08-16T08:47:48.011" v="1761"/>
          <ac:spMkLst>
            <pc:docMk/>
            <pc:sldMk cId="608993516" sldId="320"/>
            <ac:spMk id="6" creationId="{CAF17306-8E5F-4C08-B154-A9EBDD67973D}"/>
          </ac:spMkLst>
        </pc:spChg>
        <pc:spChg chg="mod">
          <ac:chgData name="chaimaa nmiyesse" userId="ab81736aff8c03c2" providerId="Windows Live" clId="Web-{0CDFC9B4-1AA0-4382-8F03-D20A89DDC2D2}" dt="2021-08-16T08:54:49.079" v="1818" actId="1076"/>
          <ac:spMkLst>
            <pc:docMk/>
            <pc:sldMk cId="608993516" sldId="320"/>
            <ac:spMk id="7" creationId="{52B6DD60-A019-4E72-AC1D-65012B4AF5C7}"/>
          </ac:spMkLst>
        </pc:spChg>
        <pc:spChg chg="del">
          <ac:chgData name="chaimaa nmiyesse" userId="ab81736aff8c03c2" providerId="Windows Live" clId="Web-{0CDFC9B4-1AA0-4382-8F03-D20A89DDC2D2}" dt="2021-08-16T08:46:48.570" v="1752"/>
          <ac:spMkLst>
            <pc:docMk/>
            <pc:sldMk cId="608993516" sldId="320"/>
            <ac:spMk id="8" creationId="{0CF87D2D-F790-4440-9EA3-ABB5A6363B5A}"/>
          </ac:spMkLst>
        </pc:spChg>
        <pc:spChg chg="add del mod">
          <ac:chgData name="chaimaa nmiyesse" userId="ab81736aff8c03c2" providerId="Windows Live" clId="Web-{0CDFC9B4-1AA0-4382-8F03-D20A89DDC2D2}" dt="2021-08-16T08:47:44.214" v="1760"/>
          <ac:spMkLst>
            <pc:docMk/>
            <pc:sldMk cId="608993516" sldId="320"/>
            <ac:spMk id="9" creationId="{D27E9A84-582B-46B1-B4C2-9BE1E0642B61}"/>
          </ac:spMkLst>
        </pc:spChg>
        <pc:spChg chg="add del">
          <ac:chgData name="chaimaa nmiyesse" userId="ab81736aff8c03c2" providerId="Windows Live" clId="Web-{0CDFC9B4-1AA0-4382-8F03-D20A89DDC2D2}" dt="2021-08-16T08:47:38.213" v="1758"/>
          <ac:spMkLst>
            <pc:docMk/>
            <pc:sldMk cId="608993516" sldId="320"/>
            <ac:spMk id="14" creationId="{54A59A27-FD5C-4CB3-9683-82CE73ED00E2}"/>
          </ac:spMkLst>
        </pc:spChg>
        <pc:spChg chg="add mod">
          <ac:chgData name="chaimaa nmiyesse" userId="ab81736aff8c03c2" providerId="Windows Live" clId="Web-{0CDFC9B4-1AA0-4382-8F03-D20A89DDC2D2}" dt="2021-08-16T08:54:43.454" v="1817" actId="1076"/>
          <ac:spMkLst>
            <pc:docMk/>
            <pc:sldMk cId="608993516" sldId="320"/>
            <ac:spMk id="15" creationId="{0A2AB5C9-A858-4696-954A-709890A02074}"/>
          </ac:spMkLst>
        </pc:spChg>
        <pc:spChg chg="add mod">
          <ac:chgData name="chaimaa nmiyesse" userId="ab81736aff8c03c2" providerId="Windows Live" clId="Web-{0CDFC9B4-1AA0-4382-8F03-D20A89DDC2D2}" dt="2021-08-16T09:07:43.525" v="1935" actId="20577"/>
          <ac:spMkLst>
            <pc:docMk/>
            <pc:sldMk cId="608993516" sldId="320"/>
            <ac:spMk id="16" creationId="{1D5C1091-C9F1-4FF4-AC7E-4C88AA30A00E}"/>
          </ac:spMkLst>
        </pc:spChg>
        <pc:spChg chg="add mod">
          <ac:chgData name="chaimaa nmiyesse" userId="ab81736aff8c03c2" providerId="Windows Live" clId="Web-{0CDFC9B4-1AA0-4382-8F03-D20A89DDC2D2}" dt="2021-08-16T09:07:54.635" v="1936" actId="1076"/>
          <ac:spMkLst>
            <pc:docMk/>
            <pc:sldMk cId="608993516" sldId="320"/>
            <ac:spMk id="17" creationId="{22190A32-3C70-4C9B-AD5D-A5EB227B583B}"/>
          </ac:spMkLst>
        </pc:spChg>
        <pc:spChg chg="add mod">
          <ac:chgData name="chaimaa nmiyesse" userId="ab81736aff8c03c2" providerId="Windows Live" clId="Web-{0CDFC9B4-1AA0-4382-8F03-D20A89DDC2D2}" dt="2021-08-16T09:05:35.987" v="1892" actId="1076"/>
          <ac:spMkLst>
            <pc:docMk/>
            <pc:sldMk cId="608993516" sldId="320"/>
            <ac:spMk id="18" creationId="{C5B22154-D4EC-46F4-B427-3B98E77A28EC}"/>
          </ac:spMkLst>
        </pc:spChg>
        <pc:spChg chg="mod">
          <ac:chgData name="chaimaa nmiyesse" userId="ab81736aff8c03c2" providerId="Windows Live" clId="Web-{0CDFC9B4-1AA0-4382-8F03-D20A89DDC2D2}" dt="2021-08-16T09:02:13.477" v="1885" actId="1076"/>
          <ac:spMkLst>
            <pc:docMk/>
            <pc:sldMk cId="608993516" sldId="320"/>
            <ac:spMk id="24" creationId="{FEA94002-86EA-44EE-B23C-BAFBF4EE7F43}"/>
          </ac:spMkLst>
        </pc:spChg>
        <pc:spChg chg="del">
          <ac:chgData name="chaimaa nmiyesse" userId="ab81736aff8c03c2" providerId="Windows Live" clId="Web-{0CDFC9B4-1AA0-4382-8F03-D20A89DDC2D2}" dt="2021-08-16T08:47:51.714" v="1762"/>
          <ac:spMkLst>
            <pc:docMk/>
            <pc:sldMk cId="608993516" sldId="320"/>
            <ac:spMk id="25" creationId="{15601F08-4A25-4087-AFD7-9CCF5B20E01A}"/>
          </ac:spMkLst>
        </pc:spChg>
        <pc:picChg chg="add mod ord modCrop">
          <ac:chgData name="chaimaa nmiyesse" userId="ab81736aff8c03c2" providerId="Windows Live" clId="Web-{0CDFC9B4-1AA0-4382-8F03-D20A89DDC2D2}" dt="2021-08-16T08:29:28.533" v="1625"/>
          <ac:picMkLst>
            <pc:docMk/>
            <pc:sldMk cId="608993516" sldId="320"/>
            <ac:picMk id="2" creationId="{28E8AE4B-9D80-443C-B924-0B1A48D6A288}"/>
          </ac:picMkLst>
        </pc:picChg>
        <pc:picChg chg="add mod ord modCrop">
          <ac:chgData name="chaimaa nmiyesse" userId="ab81736aff8c03c2" providerId="Windows Live" clId="Web-{0CDFC9B4-1AA0-4382-8F03-D20A89DDC2D2}" dt="2021-08-16T08:29:43.690" v="1626"/>
          <ac:picMkLst>
            <pc:docMk/>
            <pc:sldMk cId="608993516" sldId="320"/>
            <ac:picMk id="4" creationId="{F4B71F17-C7BC-4A16-A15B-F154CFB0D460}"/>
          </ac:picMkLst>
        </pc:picChg>
      </pc:sldChg>
      <pc:sldChg chg="del">
        <pc:chgData name="chaimaa nmiyesse" userId="ab81736aff8c03c2" providerId="Windows Live" clId="Web-{0CDFC9B4-1AA0-4382-8F03-D20A89DDC2D2}" dt="2021-08-15T19:01:05.838" v="793"/>
        <pc:sldMkLst>
          <pc:docMk/>
          <pc:sldMk cId="1585171815" sldId="329"/>
        </pc:sldMkLst>
      </pc:sldChg>
      <pc:sldChg chg="addSp delSp modSp ord">
        <pc:chgData name="chaimaa nmiyesse" userId="ab81736aff8c03c2" providerId="Windows Live" clId="Web-{0CDFC9B4-1AA0-4382-8F03-D20A89DDC2D2}" dt="2021-08-16T08:28:34.295" v="1624"/>
        <pc:sldMkLst>
          <pc:docMk/>
          <pc:sldMk cId="3223665472" sldId="332"/>
        </pc:sldMkLst>
        <pc:spChg chg="del">
          <ac:chgData name="chaimaa nmiyesse" userId="ab81736aff8c03c2" providerId="Windows Live" clId="Web-{0CDFC9B4-1AA0-4382-8F03-D20A89DDC2D2}" dt="2021-08-16T08:28:34.295" v="1624"/>
          <ac:spMkLst>
            <pc:docMk/>
            <pc:sldMk cId="3223665472" sldId="332"/>
            <ac:spMk id="4" creationId="{8C07977A-5941-4427-88B3-EC9BCB4CD617}"/>
          </ac:spMkLst>
        </pc:spChg>
        <pc:grpChg chg="mod">
          <ac:chgData name="chaimaa nmiyesse" userId="ab81736aff8c03c2" providerId="Windows Live" clId="Web-{0CDFC9B4-1AA0-4382-8F03-D20A89DDC2D2}" dt="2021-08-16T08:27:54.433" v="1623" actId="1076"/>
          <ac:grpSpMkLst>
            <pc:docMk/>
            <pc:sldMk cId="3223665472" sldId="332"/>
            <ac:grpSpMk id="9" creationId="{FF927340-E2F7-4E9A-A123-0739192900C1}"/>
          </ac:grpSpMkLst>
        </pc:grpChg>
        <pc:picChg chg="add mod ord modCrop">
          <ac:chgData name="chaimaa nmiyesse" userId="ab81736aff8c03c2" providerId="Windows Live" clId="Web-{0CDFC9B4-1AA0-4382-8F03-D20A89DDC2D2}" dt="2021-08-16T08:28:34.295" v="1624"/>
          <ac:picMkLst>
            <pc:docMk/>
            <pc:sldMk cId="3223665472" sldId="332"/>
            <ac:picMk id="3" creationId="{09985559-12C4-4CC1-8098-600EB3241B56}"/>
          </ac:picMkLst>
        </pc:picChg>
      </pc:sldChg>
      <pc:sldChg chg="del">
        <pc:chgData name="chaimaa nmiyesse" userId="ab81736aff8c03c2" providerId="Windows Live" clId="Web-{0CDFC9B4-1AA0-4382-8F03-D20A89DDC2D2}" dt="2021-08-16T04:14:24.627" v="1529"/>
        <pc:sldMkLst>
          <pc:docMk/>
          <pc:sldMk cId="3883369230" sldId="335"/>
        </pc:sldMkLst>
      </pc:sldChg>
      <pc:sldChg chg="ord">
        <pc:chgData name="chaimaa nmiyesse" userId="ab81736aff8c03c2" providerId="Windows Live" clId="Web-{0CDFC9B4-1AA0-4382-8F03-D20A89DDC2D2}" dt="2021-08-16T08:41:13.178" v="1700"/>
        <pc:sldMkLst>
          <pc:docMk/>
          <pc:sldMk cId="4005271684" sldId="336"/>
        </pc:sldMkLst>
      </pc:sldChg>
      <pc:sldChg chg="modSp del ord">
        <pc:chgData name="chaimaa nmiyesse" userId="ab81736aff8c03c2" providerId="Windows Live" clId="Web-{0CDFC9B4-1AA0-4382-8F03-D20A89DDC2D2}" dt="2021-08-16T04:13:19.187" v="1524"/>
        <pc:sldMkLst>
          <pc:docMk/>
          <pc:sldMk cId="3148822504" sldId="347"/>
        </pc:sldMkLst>
        <pc:spChg chg="mod">
          <ac:chgData name="chaimaa nmiyesse" userId="ab81736aff8c03c2" providerId="Windows Live" clId="Web-{0CDFC9B4-1AA0-4382-8F03-D20A89DDC2D2}" dt="2021-08-15T17:26:05.948" v="299" actId="20577"/>
          <ac:spMkLst>
            <pc:docMk/>
            <pc:sldMk cId="3148822504" sldId="347"/>
            <ac:spMk id="4" creationId="{15A4BDA0-C270-4764-9C18-A593BCE2C965}"/>
          </ac:spMkLst>
        </pc:spChg>
        <pc:spChg chg="mod">
          <ac:chgData name="chaimaa nmiyesse" userId="ab81736aff8c03c2" providerId="Windows Live" clId="Web-{0CDFC9B4-1AA0-4382-8F03-D20A89DDC2D2}" dt="2021-08-15T17:27:09.811" v="308" actId="20577"/>
          <ac:spMkLst>
            <pc:docMk/>
            <pc:sldMk cId="3148822504" sldId="347"/>
            <ac:spMk id="7" creationId="{A7118BA1-AE60-4BC8-ADB8-1FC36AEB2843}"/>
          </ac:spMkLst>
        </pc:spChg>
        <pc:spChg chg="mod">
          <ac:chgData name="chaimaa nmiyesse" userId="ab81736aff8c03c2" providerId="Windows Live" clId="Web-{0CDFC9B4-1AA0-4382-8F03-D20A89DDC2D2}" dt="2021-08-15T13:10:38.815" v="8" actId="20577"/>
          <ac:spMkLst>
            <pc:docMk/>
            <pc:sldMk cId="3148822504" sldId="347"/>
            <ac:spMk id="15" creationId="{6050B803-2570-4371-B566-4B8AB4009478}"/>
          </ac:spMkLst>
        </pc:spChg>
        <pc:spChg chg="mod">
          <ac:chgData name="chaimaa nmiyesse" userId="ab81736aff8c03c2" providerId="Windows Live" clId="Web-{0CDFC9B4-1AA0-4382-8F03-D20A89DDC2D2}" dt="2021-08-15T17:31:21.920" v="312" actId="20577"/>
          <ac:spMkLst>
            <pc:docMk/>
            <pc:sldMk cId="3148822504" sldId="347"/>
            <ac:spMk id="17" creationId="{6AF71C38-BE97-4370-9068-E771AD4DA5F7}"/>
          </ac:spMkLst>
        </pc:spChg>
      </pc:sldChg>
      <pc:sldChg chg="del">
        <pc:chgData name="chaimaa nmiyesse" userId="ab81736aff8c03c2" providerId="Windows Live" clId="Web-{0CDFC9B4-1AA0-4382-8F03-D20A89DDC2D2}" dt="2021-08-16T04:13:41.766" v="1526"/>
        <pc:sldMkLst>
          <pc:docMk/>
          <pc:sldMk cId="1263764832" sldId="348"/>
        </pc:sldMkLst>
      </pc:sldChg>
      <pc:sldChg chg="addSp delSp modSp add del ord">
        <pc:chgData name="chaimaa nmiyesse" userId="ab81736aff8c03c2" providerId="Windows Live" clId="Web-{0CDFC9B4-1AA0-4382-8F03-D20A89DDC2D2}" dt="2021-08-16T04:13:29.156" v="1525"/>
        <pc:sldMkLst>
          <pc:docMk/>
          <pc:sldMk cId="3021173775" sldId="349"/>
        </pc:sldMkLst>
        <pc:spChg chg="add del mod">
          <ac:chgData name="chaimaa nmiyesse" userId="ab81736aff8c03c2" providerId="Windows Live" clId="Web-{0CDFC9B4-1AA0-4382-8F03-D20A89DDC2D2}" dt="2021-08-15T16:14:35.458" v="63"/>
          <ac:spMkLst>
            <pc:docMk/>
            <pc:sldMk cId="3021173775" sldId="349"/>
            <ac:spMk id="2" creationId="{4DDC6B6B-A321-4F04-9ABF-C4F087B3CEA5}"/>
          </ac:spMkLst>
        </pc:spChg>
        <pc:spChg chg="add del mod">
          <ac:chgData name="chaimaa nmiyesse" userId="ab81736aff8c03c2" providerId="Windows Live" clId="Web-{0CDFC9B4-1AA0-4382-8F03-D20A89DDC2D2}" dt="2021-08-15T16:15:30.821" v="71"/>
          <ac:spMkLst>
            <pc:docMk/>
            <pc:sldMk cId="3021173775" sldId="349"/>
            <ac:spMk id="3" creationId="{23DBC7F6-4093-4E57-B193-9EBB0C1CD27B}"/>
          </ac:spMkLst>
        </pc:spChg>
        <pc:spChg chg="del mod">
          <ac:chgData name="chaimaa nmiyesse" userId="ab81736aff8c03c2" providerId="Windows Live" clId="Web-{0CDFC9B4-1AA0-4382-8F03-D20A89DDC2D2}" dt="2021-08-15T13:15:52.241" v="13"/>
          <ac:spMkLst>
            <pc:docMk/>
            <pc:sldMk cId="3021173775" sldId="349"/>
            <ac:spMk id="4" creationId="{65EB7FFB-6FB1-480A-A898-65150C03087A}"/>
          </ac:spMkLst>
        </pc:spChg>
        <pc:spChg chg="add del">
          <ac:chgData name="chaimaa nmiyesse" userId="ab81736aff8c03c2" providerId="Windows Live" clId="Web-{0CDFC9B4-1AA0-4382-8F03-D20A89DDC2D2}" dt="2021-08-15T16:14:24.176" v="61"/>
          <ac:spMkLst>
            <pc:docMk/>
            <pc:sldMk cId="3021173775" sldId="349"/>
            <ac:spMk id="5" creationId="{00D7DD72-6AFD-493E-9460-A6C32F8BE2FD}"/>
          </ac:spMkLst>
        </pc:spChg>
        <pc:spChg chg="del mod">
          <ac:chgData name="chaimaa nmiyesse" userId="ab81736aff8c03c2" providerId="Windows Live" clId="Web-{0CDFC9B4-1AA0-4382-8F03-D20A89DDC2D2}" dt="2021-08-15T16:14:37.286" v="65"/>
          <ac:spMkLst>
            <pc:docMk/>
            <pc:sldMk cId="3021173775" sldId="349"/>
            <ac:spMk id="8" creationId="{03B4C724-0776-4328-8F0A-B72DA1579537}"/>
          </ac:spMkLst>
        </pc:spChg>
        <pc:spChg chg="del">
          <ac:chgData name="chaimaa nmiyesse" userId="ab81736aff8c03c2" providerId="Windows Live" clId="Web-{0CDFC9B4-1AA0-4382-8F03-D20A89DDC2D2}" dt="2021-08-15T16:14:41.192" v="66"/>
          <ac:spMkLst>
            <pc:docMk/>
            <pc:sldMk cId="3021173775" sldId="349"/>
            <ac:spMk id="9" creationId="{2B6167FF-AD5E-41E4-8385-3024DC936CF2}"/>
          </ac:spMkLst>
        </pc:spChg>
        <pc:grpChg chg="del">
          <ac:chgData name="chaimaa nmiyesse" userId="ab81736aff8c03c2" providerId="Windows Live" clId="Web-{0CDFC9B4-1AA0-4382-8F03-D20A89DDC2D2}" dt="2021-08-15T13:16:23.790" v="14"/>
          <ac:grpSpMkLst>
            <pc:docMk/>
            <pc:sldMk cId="3021173775" sldId="349"/>
            <ac:grpSpMk id="3" creationId="{654B8B42-5803-41D1-913F-6C301EAD336B}"/>
          </ac:grpSpMkLst>
        </pc:grpChg>
      </pc:sldChg>
      <pc:sldChg chg="addSp delSp modSp ord">
        <pc:chgData name="chaimaa nmiyesse" userId="ab81736aff8c03c2" providerId="Windows Live" clId="Web-{0CDFC9B4-1AA0-4382-8F03-D20A89DDC2D2}" dt="2021-08-16T08:34:39.737" v="1647" actId="20577"/>
        <pc:sldMkLst>
          <pc:docMk/>
          <pc:sldMk cId="1306974338" sldId="350"/>
        </pc:sldMkLst>
        <pc:spChg chg="mod">
          <ac:chgData name="chaimaa nmiyesse" userId="ab81736aff8c03c2" providerId="Windows Live" clId="Web-{0CDFC9B4-1AA0-4382-8F03-D20A89DDC2D2}" dt="2021-08-16T08:34:39.737" v="1647" actId="20577"/>
          <ac:spMkLst>
            <pc:docMk/>
            <pc:sldMk cId="1306974338" sldId="350"/>
            <ac:spMk id="2" creationId="{D735F7F3-C1B5-4B60-A00A-4EB618DDFB5A}"/>
          </ac:spMkLst>
        </pc:spChg>
        <pc:spChg chg="add del">
          <ac:chgData name="chaimaa nmiyesse" userId="ab81736aff8c03c2" providerId="Windows Live" clId="Web-{0CDFC9B4-1AA0-4382-8F03-D20A89DDC2D2}" dt="2021-08-16T03:52:23.274" v="1352"/>
          <ac:spMkLst>
            <pc:docMk/>
            <pc:sldMk cId="1306974338" sldId="350"/>
            <ac:spMk id="3" creationId="{B88625FA-664A-47BC-8C6B-5F8CF5BDCC12}"/>
          </ac:spMkLst>
        </pc:spChg>
        <pc:spChg chg="del mod topLvl">
          <ac:chgData name="chaimaa nmiyesse" userId="ab81736aff8c03c2" providerId="Windows Live" clId="Web-{0CDFC9B4-1AA0-4382-8F03-D20A89DDC2D2}" dt="2021-08-16T03:51:06.951" v="1345"/>
          <ac:spMkLst>
            <pc:docMk/>
            <pc:sldMk cId="1306974338" sldId="350"/>
            <ac:spMk id="25" creationId="{A6F30BDA-0EAF-4B00-914D-56EF1C8AFE59}"/>
          </ac:spMkLst>
        </pc:spChg>
        <pc:spChg chg="del mod topLvl">
          <ac:chgData name="chaimaa nmiyesse" userId="ab81736aff8c03c2" providerId="Windows Live" clId="Web-{0CDFC9B4-1AA0-4382-8F03-D20A89DDC2D2}" dt="2021-08-16T03:51:01.995" v="1344"/>
          <ac:spMkLst>
            <pc:docMk/>
            <pc:sldMk cId="1306974338" sldId="350"/>
            <ac:spMk id="26" creationId="{3223CB0D-BB03-4B92-A938-FE980DDB1614}"/>
          </ac:spMkLst>
        </pc:spChg>
        <pc:spChg chg="del topLvl">
          <ac:chgData name="chaimaa nmiyesse" userId="ab81736aff8c03c2" providerId="Windows Live" clId="Web-{0CDFC9B4-1AA0-4382-8F03-D20A89DDC2D2}" dt="2021-08-16T03:55:03.564" v="1366"/>
          <ac:spMkLst>
            <pc:docMk/>
            <pc:sldMk cId="1306974338" sldId="350"/>
            <ac:spMk id="29" creationId="{64EA5F2F-E653-47E7-B1F6-FD6D0354035E}"/>
          </ac:spMkLst>
        </pc:spChg>
        <pc:spChg chg="del topLvl">
          <ac:chgData name="chaimaa nmiyesse" userId="ab81736aff8c03c2" providerId="Windows Live" clId="Web-{0CDFC9B4-1AA0-4382-8F03-D20A89DDC2D2}" dt="2021-08-16T03:54:17.297" v="1359"/>
          <ac:spMkLst>
            <pc:docMk/>
            <pc:sldMk cId="1306974338" sldId="350"/>
            <ac:spMk id="30" creationId="{039A7B89-EEB9-4843-AE01-8A120D97740E}"/>
          </ac:spMkLst>
        </pc:spChg>
        <pc:spChg chg="mod">
          <ac:chgData name="chaimaa nmiyesse" userId="ab81736aff8c03c2" providerId="Windows Live" clId="Web-{0CDFC9B4-1AA0-4382-8F03-D20A89DDC2D2}" dt="2021-08-16T08:02:20.560" v="1536" actId="20577"/>
          <ac:spMkLst>
            <pc:docMk/>
            <pc:sldMk cId="1306974338" sldId="350"/>
            <ac:spMk id="32" creationId="{57C283DD-9991-459E-B789-BD1EE9A59867}"/>
          </ac:spMkLst>
        </pc:spChg>
        <pc:spChg chg="mod">
          <ac:chgData name="chaimaa nmiyesse" userId="ab81736aff8c03c2" providerId="Windows Live" clId="Web-{0CDFC9B4-1AA0-4382-8F03-D20A89DDC2D2}" dt="2021-08-16T04:02:19.090" v="1458" actId="20577"/>
          <ac:spMkLst>
            <pc:docMk/>
            <pc:sldMk cId="1306974338" sldId="350"/>
            <ac:spMk id="33" creationId="{4FD85AA7-F458-4775-B270-12C2D84E7C5B}"/>
          </ac:spMkLst>
        </pc:spChg>
        <pc:spChg chg="mod">
          <ac:chgData name="chaimaa nmiyesse" userId="ab81736aff8c03c2" providerId="Windows Live" clId="Web-{0CDFC9B4-1AA0-4382-8F03-D20A89DDC2D2}" dt="2021-08-16T03:48:48.642" v="1332" actId="20577"/>
          <ac:spMkLst>
            <pc:docMk/>
            <pc:sldMk cId="1306974338" sldId="350"/>
            <ac:spMk id="46" creationId="{27C1BFE7-BFC7-478A-B9F0-3CD3AC555976}"/>
          </ac:spMkLst>
        </pc:spChg>
        <pc:spChg chg="mod">
          <ac:chgData name="chaimaa nmiyesse" userId="ab81736aff8c03c2" providerId="Windows Live" clId="Web-{0CDFC9B4-1AA0-4382-8F03-D20A89DDC2D2}" dt="2021-08-16T04:02:52.168" v="1461" actId="20577"/>
          <ac:spMkLst>
            <pc:docMk/>
            <pc:sldMk cId="1306974338" sldId="350"/>
            <ac:spMk id="47" creationId="{551EE08A-2188-46C8-B31D-B39CE918B46E}"/>
          </ac:spMkLst>
        </pc:spChg>
        <pc:spChg chg="add del mod topLvl">
          <ac:chgData name="chaimaa nmiyesse" userId="ab81736aff8c03c2" providerId="Windows Live" clId="Web-{0CDFC9B4-1AA0-4382-8F03-D20A89DDC2D2}" dt="2021-08-16T03:51:45.693" v="1351"/>
          <ac:spMkLst>
            <pc:docMk/>
            <pc:sldMk cId="1306974338" sldId="350"/>
            <ac:spMk id="49" creationId="{DB0AFF6E-CA38-4863-9FCF-A408C6F6BA59}"/>
          </ac:spMkLst>
        </pc:spChg>
        <pc:spChg chg="add del mod topLvl">
          <ac:chgData name="chaimaa nmiyesse" userId="ab81736aff8c03c2" providerId="Windows Live" clId="Web-{0CDFC9B4-1AA0-4382-8F03-D20A89DDC2D2}" dt="2021-08-16T04:03:01.122" v="1462"/>
          <ac:spMkLst>
            <pc:docMk/>
            <pc:sldMk cId="1306974338" sldId="350"/>
            <ac:spMk id="50" creationId="{422CAD2E-40D5-45A9-957C-88BB7A462DAC}"/>
          </ac:spMkLst>
        </pc:spChg>
        <pc:spChg chg="add del mod topLvl">
          <ac:chgData name="chaimaa nmiyesse" userId="ab81736aff8c03c2" providerId="Windows Live" clId="Web-{0CDFC9B4-1AA0-4382-8F03-D20A89DDC2D2}" dt="2021-08-16T03:47:45.826" v="1318"/>
          <ac:spMkLst>
            <pc:docMk/>
            <pc:sldMk cId="1306974338" sldId="350"/>
            <ac:spMk id="52" creationId="{711BFD53-86B1-4DA2-B3EA-C30A94774AD3}"/>
          </ac:spMkLst>
        </pc:spChg>
        <pc:spChg chg="add del mod topLvl">
          <ac:chgData name="chaimaa nmiyesse" userId="ab81736aff8c03c2" providerId="Windows Live" clId="Web-{0CDFC9B4-1AA0-4382-8F03-D20A89DDC2D2}" dt="2021-08-16T03:47:39.139" v="1316"/>
          <ac:spMkLst>
            <pc:docMk/>
            <pc:sldMk cId="1306974338" sldId="350"/>
            <ac:spMk id="53" creationId="{EB54B3DC-CA95-4B22-8DB7-CE534CBEF9E7}"/>
          </ac:spMkLst>
        </pc:spChg>
        <pc:spChg chg="add del mod topLvl">
          <ac:chgData name="chaimaa nmiyesse" userId="ab81736aff8c03c2" providerId="Windows Live" clId="Web-{0CDFC9B4-1AA0-4382-8F03-D20A89DDC2D2}" dt="2021-08-16T03:34:51.091" v="1291"/>
          <ac:spMkLst>
            <pc:docMk/>
            <pc:sldMk cId="1306974338" sldId="350"/>
            <ac:spMk id="55" creationId="{78307163-7B5A-4A8B-B4D0-01F446EF4E23}"/>
          </ac:spMkLst>
        </pc:spChg>
        <pc:spChg chg="add del mod topLvl">
          <ac:chgData name="chaimaa nmiyesse" userId="ab81736aff8c03c2" providerId="Windows Live" clId="Web-{0CDFC9B4-1AA0-4382-8F03-D20A89DDC2D2}" dt="2021-08-16T03:34:51.091" v="1291"/>
          <ac:spMkLst>
            <pc:docMk/>
            <pc:sldMk cId="1306974338" sldId="350"/>
            <ac:spMk id="56" creationId="{2F5049E2-7A33-4341-BFA3-4CD0A909CC16}"/>
          </ac:spMkLst>
        </pc:spChg>
        <pc:spChg chg="mod">
          <ac:chgData name="chaimaa nmiyesse" userId="ab81736aff8c03c2" providerId="Windows Live" clId="Web-{0CDFC9B4-1AA0-4382-8F03-D20A89DDC2D2}" dt="2021-08-16T08:14:43.285" v="1621" actId="20577"/>
          <ac:spMkLst>
            <pc:docMk/>
            <pc:sldMk cId="1306974338" sldId="350"/>
            <ac:spMk id="58" creationId="{DE200A82-A01A-4FFC-A4A0-31B57C67CBDA}"/>
          </ac:spMkLst>
        </pc:spChg>
        <pc:spChg chg="mod">
          <ac:chgData name="chaimaa nmiyesse" userId="ab81736aff8c03c2" providerId="Windows Live" clId="Web-{0CDFC9B4-1AA0-4382-8F03-D20A89DDC2D2}" dt="2021-08-16T08:13:19.453" v="1617" actId="20577"/>
          <ac:spMkLst>
            <pc:docMk/>
            <pc:sldMk cId="1306974338" sldId="350"/>
            <ac:spMk id="59" creationId="{191B0D1B-7C12-4D89-94B2-CD9573AF6A54}"/>
          </ac:spMkLst>
        </pc:spChg>
        <pc:spChg chg="mod">
          <ac:chgData name="chaimaa nmiyesse" userId="ab81736aff8c03c2" providerId="Windows Live" clId="Web-{0CDFC9B4-1AA0-4382-8F03-D20A89DDC2D2}" dt="2021-08-16T04:11:38.607" v="1521" actId="20577"/>
          <ac:spMkLst>
            <pc:docMk/>
            <pc:sldMk cId="1306974338" sldId="350"/>
            <ac:spMk id="61" creationId="{48C6C020-A104-41FF-BFC4-8C53158B34FC}"/>
          </ac:spMkLst>
        </pc:spChg>
        <pc:spChg chg="mod">
          <ac:chgData name="chaimaa nmiyesse" userId="ab81736aff8c03c2" providerId="Windows Live" clId="Web-{0CDFC9B4-1AA0-4382-8F03-D20A89DDC2D2}" dt="2021-08-16T08:03:26.954" v="1547" actId="20577"/>
          <ac:spMkLst>
            <pc:docMk/>
            <pc:sldMk cId="1306974338" sldId="350"/>
            <ac:spMk id="62" creationId="{A2628CE9-317B-4976-9700-03A498C58AE6}"/>
          </ac:spMkLst>
        </pc:spChg>
        <pc:grpChg chg="add del mod">
          <ac:chgData name="chaimaa nmiyesse" userId="ab81736aff8c03c2" providerId="Windows Live" clId="Web-{0CDFC9B4-1AA0-4382-8F03-D20A89DDC2D2}" dt="2021-08-16T03:51:01.995" v="1344"/>
          <ac:grpSpMkLst>
            <pc:docMk/>
            <pc:sldMk cId="1306974338" sldId="350"/>
            <ac:grpSpMk id="24" creationId="{2C7797A6-EB40-4708-AAB6-1E1EF9BB3D14}"/>
          </ac:grpSpMkLst>
        </pc:grpChg>
        <pc:grpChg chg="add del mod">
          <ac:chgData name="chaimaa nmiyesse" userId="ab81736aff8c03c2" providerId="Windows Live" clId="Web-{0CDFC9B4-1AA0-4382-8F03-D20A89DDC2D2}" dt="2021-08-16T03:54:17.297" v="1359"/>
          <ac:grpSpMkLst>
            <pc:docMk/>
            <pc:sldMk cId="1306974338" sldId="350"/>
            <ac:grpSpMk id="28" creationId="{7F5B728B-48FB-4B13-B6B9-68DD1C75A64D}"/>
          </ac:grpSpMkLst>
        </pc:grpChg>
        <pc:grpChg chg="add mod">
          <ac:chgData name="chaimaa nmiyesse" userId="ab81736aff8c03c2" providerId="Windows Live" clId="Web-{0CDFC9B4-1AA0-4382-8F03-D20A89DDC2D2}" dt="2021-08-16T03:55:23.002" v="1369" actId="1076"/>
          <ac:grpSpMkLst>
            <pc:docMk/>
            <pc:sldMk cId="1306974338" sldId="350"/>
            <ac:grpSpMk id="31" creationId="{D65C69C6-1C2F-4349-9BAA-387D2846225E}"/>
          </ac:grpSpMkLst>
        </pc:grpChg>
        <pc:grpChg chg="add del mod">
          <ac:chgData name="chaimaa nmiyesse" userId="ab81736aff8c03c2" providerId="Windows Live" clId="Web-{0CDFC9B4-1AA0-4382-8F03-D20A89DDC2D2}" dt="2021-08-16T04:02:07.808" v="1456" actId="1076"/>
          <ac:grpSpMkLst>
            <pc:docMk/>
            <pc:sldMk cId="1306974338" sldId="350"/>
            <ac:grpSpMk id="45" creationId="{112C31EA-7DEC-4B45-81A8-692CDF121CE5}"/>
          </ac:grpSpMkLst>
        </pc:grpChg>
        <pc:grpChg chg="add del mod">
          <ac:chgData name="chaimaa nmiyesse" userId="ab81736aff8c03c2" providerId="Windows Live" clId="Web-{0CDFC9B4-1AA0-4382-8F03-D20A89DDC2D2}" dt="2021-08-16T03:51:45.693" v="1351"/>
          <ac:grpSpMkLst>
            <pc:docMk/>
            <pc:sldMk cId="1306974338" sldId="350"/>
            <ac:grpSpMk id="48" creationId="{D6DAD3E1-E2DA-4890-BC11-D400E183A8A4}"/>
          </ac:grpSpMkLst>
        </pc:grpChg>
        <pc:grpChg chg="add del">
          <ac:chgData name="chaimaa nmiyesse" userId="ab81736aff8c03c2" providerId="Windows Live" clId="Web-{0CDFC9B4-1AA0-4382-8F03-D20A89DDC2D2}" dt="2021-08-16T03:47:39.139" v="1316"/>
          <ac:grpSpMkLst>
            <pc:docMk/>
            <pc:sldMk cId="1306974338" sldId="350"/>
            <ac:grpSpMk id="51" creationId="{8896FAB5-C3AE-412D-9C1F-F3468C5F2285}"/>
          </ac:grpSpMkLst>
        </pc:grpChg>
        <pc:grpChg chg="add del">
          <ac:chgData name="chaimaa nmiyesse" userId="ab81736aff8c03c2" providerId="Windows Live" clId="Web-{0CDFC9B4-1AA0-4382-8F03-D20A89DDC2D2}" dt="2021-08-16T04:06:24.672" v="1491"/>
          <ac:grpSpMkLst>
            <pc:docMk/>
            <pc:sldMk cId="1306974338" sldId="350"/>
            <ac:grpSpMk id="54" creationId="{B219B347-0C87-4AEB-904F-DD980C63D093}"/>
          </ac:grpSpMkLst>
        </pc:grpChg>
        <pc:grpChg chg="add del mod">
          <ac:chgData name="chaimaa nmiyesse" userId="ab81736aff8c03c2" providerId="Windows Live" clId="Web-{0CDFC9B4-1AA0-4382-8F03-D20A89DDC2D2}" dt="2021-08-16T04:11:56.702" v="1522" actId="1076"/>
          <ac:grpSpMkLst>
            <pc:docMk/>
            <pc:sldMk cId="1306974338" sldId="350"/>
            <ac:grpSpMk id="57" creationId="{6A671761-1B72-4A4C-8E76-F92A82804EB1}"/>
          </ac:grpSpMkLst>
        </pc:grpChg>
        <pc:grpChg chg="add del">
          <ac:chgData name="chaimaa nmiyesse" userId="ab81736aff8c03c2" providerId="Windows Live" clId="Web-{0CDFC9B4-1AA0-4382-8F03-D20A89DDC2D2}" dt="2021-08-16T03:34:42.353" v="1288"/>
          <ac:grpSpMkLst>
            <pc:docMk/>
            <pc:sldMk cId="1306974338" sldId="350"/>
            <ac:grpSpMk id="60" creationId="{BE76935C-B62F-45FB-9AB8-15C3BCB2974E}"/>
          </ac:grpSpMkLst>
        </pc:grpChg>
      </pc:sldChg>
      <pc:sldChg chg="del">
        <pc:chgData name="chaimaa nmiyesse" userId="ab81736aff8c03c2" providerId="Windows Live" clId="Web-{0CDFC9B4-1AA0-4382-8F03-D20A89DDC2D2}" dt="2021-08-16T04:13:53.047" v="1527"/>
        <pc:sldMkLst>
          <pc:docMk/>
          <pc:sldMk cId="2776802144" sldId="351"/>
        </pc:sldMkLst>
      </pc:sldChg>
      <pc:sldChg chg="modSp">
        <pc:chgData name="chaimaa nmiyesse" userId="ab81736aff8c03c2" providerId="Windows Live" clId="Web-{0CDFC9B4-1AA0-4382-8F03-D20A89DDC2D2}" dt="2021-08-16T00:32:08.218" v="926" actId="20577"/>
        <pc:sldMkLst>
          <pc:docMk/>
          <pc:sldMk cId="1281754659" sldId="360"/>
        </pc:sldMkLst>
        <pc:spChg chg="mod">
          <ac:chgData name="chaimaa nmiyesse" userId="ab81736aff8c03c2" providerId="Windows Live" clId="Web-{0CDFC9B4-1AA0-4382-8F03-D20A89DDC2D2}" dt="2021-08-16T00:32:08.218" v="926" actId="20577"/>
          <ac:spMkLst>
            <pc:docMk/>
            <pc:sldMk cId="1281754659" sldId="360"/>
            <ac:spMk id="50" creationId="{D348A2D2-3A88-41C4-8D7E-8D58B6EDCD5F}"/>
          </ac:spMkLst>
        </pc:spChg>
        <pc:spChg chg="mod">
          <ac:chgData name="chaimaa nmiyesse" userId="ab81736aff8c03c2" providerId="Windows Live" clId="Web-{0CDFC9B4-1AA0-4382-8F03-D20A89DDC2D2}" dt="2021-08-16T00:31:02.249" v="883" actId="20577"/>
          <ac:spMkLst>
            <pc:docMk/>
            <pc:sldMk cId="1281754659" sldId="360"/>
            <ac:spMk id="79" creationId="{370E4C25-8672-4CCA-AF2C-15F62AAEE6B3}"/>
          </ac:spMkLst>
        </pc:spChg>
      </pc:sldChg>
      <pc:sldChg chg="addSp delSp modSp">
        <pc:chgData name="chaimaa nmiyesse" userId="ab81736aff8c03c2" providerId="Windows Live" clId="Web-{0CDFC9B4-1AA0-4382-8F03-D20A89DDC2D2}" dt="2021-08-15T16:13:03.609" v="60"/>
        <pc:sldMkLst>
          <pc:docMk/>
          <pc:sldMk cId="1127854712" sldId="385"/>
        </pc:sldMkLst>
        <pc:spChg chg="add del">
          <ac:chgData name="chaimaa nmiyesse" userId="ab81736aff8c03c2" providerId="Windows Live" clId="Web-{0CDFC9B4-1AA0-4382-8F03-D20A89DDC2D2}" dt="2021-08-15T16:08:01.279" v="22"/>
          <ac:spMkLst>
            <pc:docMk/>
            <pc:sldMk cId="1127854712" sldId="385"/>
            <ac:spMk id="2" creationId="{2F1209A6-BB00-428F-95A7-F2ADB1E5B183}"/>
          </ac:spMkLst>
        </pc:spChg>
        <pc:spChg chg="add del mod">
          <ac:chgData name="chaimaa nmiyesse" userId="ab81736aff8c03c2" providerId="Windows Live" clId="Web-{0CDFC9B4-1AA0-4382-8F03-D20A89DDC2D2}" dt="2021-08-15T16:12:35.247" v="57"/>
          <ac:spMkLst>
            <pc:docMk/>
            <pc:sldMk cId="1127854712" sldId="385"/>
            <ac:spMk id="3" creationId="{9DCBD1B2-1DDC-4354-9B39-EE5C11053660}"/>
          </ac:spMkLst>
        </pc:spChg>
        <pc:spChg chg="add del">
          <ac:chgData name="chaimaa nmiyesse" userId="ab81736aff8c03c2" providerId="Windows Live" clId="Web-{0CDFC9B4-1AA0-4382-8F03-D20A89DDC2D2}" dt="2021-08-15T16:09:11.455" v="33"/>
          <ac:spMkLst>
            <pc:docMk/>
            <pc:sldMk cId="1127854712" sldId="385"/>
            <ac:spMk id="4" creationId="{29FC8CEB-F0C2-42E7-B149-44203C3E5CDB}"/>
          </ac:spMkLst>
        </pc:spChg>
        <pc:spChg chg="add del">
          <ac:chgData name="chaimaa nmiyesse" userId="ab81736aff8c03c2" providerId="Windows Live" clId="Web-{0CDFC9B4-1AA0-4382-8F03-D20A89DDC2D2}" dt="2021-08-15T16:09:09.392" v="32"/>
          <ac:spMkLst>
            <pc:docMk/>
            <pc:sldMk cId="1127854712" sldId="385"/>
            <ac:spMk id="5" creationId="{1885E16A-E49D-4AF6-89F1-2893D72B0E4C}"/>
          </ac:spMkLst>
        </pc:spChg>
        <pc:spChg chg="add del">
          <ac:chgData name="chaimaa nmiyesse" userId="ab81736aff8c03c2" providerId="Windows Live" clId="Web-{0CDFC9B4-1AA0-4382-8F03-D20A89DDC2D2}" dt="2021-08-15T16:09:07.033" v="31"/>
          <ac:spMkLst>
            <pc:docMk/>
            <pc:sldMk cId="1127854712" sldId="385"/>
            <ac:spMk id="6" creationId="{53363391-BBA9-4857-9549-4BDB3E141DA4}"/>
          </ac:spMkLst>
        </pc:spChg>
        <pc:spChg chg="add del">
          <ac:chgData name="chaimaa nmiyesse" userId="ab81736aff8c03c2" providerId="Windows Live" clId="Web-{0CDFC9B4-1AA0-4382-8F03-D20A89DDC2D2}" dt="2021-08-15T16:09:04.251" v="30"/>
          <ac:spMkLst>
            <pc:docMk/>
            <pc:sldMk cId="1127854712" sldId="385"/>
            <ac:spMk id="7" creationId="{60CE0D76-BB34-414D-A904-C3547F57197A}"/>
          </ac:spMkLst>
        </pc:spChg>
        <pc:spChg chg="add del">
          <ac:chgData name="chaimaa nmiyesse" userId="ab81736aff8c03c2" providerId="Windows Live" clId="Web-{0CDFC9B4-1AA0-4382-8F03-D20A89DDC2D2}" dt="2021-08-15T16:10:18.787" v="46"/>
          <ac:spMkLst>
            <pc:docMk/>
            <pc:sldMk cId="1127854712" sldId="385"/>
            <ac:spMk id="9" creationId="{D9EF1F4F-12D4-48B8-85F2-C65A28AC6C50}"/>
          </ac:spMkLst>
        </pc:spChg>
        <pc:spChg chg="del mod">
          <ac:chgData name="chaimaa nmiyesse" userId="ab81736aff8c03c2" providerId="Windows Live" clId="Web-{0CDFC9B4-1AA0-4382-8F03-D20A89DDC2D2}" dt="2021-08-15T16:08:41.203" v="24"/>
          <ac:spMkLst>
            <pc:docMk/>
            <pc:sldMk cId="1127854712" sldId="385"/>
            <ac:spMk id="10" creationId="{3803DCEE-7226-45E4-998E-F918EA1FAD4B}"/>
          </ac:spMkLst>
        </pc:spChg>
        <pc:spChg chg="add del mod">
          <ac:chgData name="chaimaa nmiyesse" userId="ab81736aff8c03c2" providerId="Windows Live" clId="Web-{0CDFC9B4-1AA0-4382-8F03-D20A89DDC2D2}" dt="2021-08-15T16:12:52.904" v="58"/>
          <ac:spMkLst>
            <pc:docMk/>
            <pc:sldMk cId="1127854712" sldId="385"/>
            <ac:spMk id="11" creationId="{02B2E017-E26E-4CDE-8FA5-82F97B822B2F}"/>
          </ac:spMkLst>
        </pc:spChg>
        <pc:spChg chg="add del mod">
          <ac:chgData name="chaimaa nmiyesse" userId="ab81736aff8c03c2" providerId="Windows Live" clId="Web-{0CDFC9B4-1AA0-4382-8F03-D20A89DDC2D2}" dt="2021-08-15T16:10:31.334" v="47"/>
          <ac:spMkLst>
            <pc:docMk/>
            <pc:sldMk cId="1127854712" sldId="385"/>
            <ac:spMk id="12" creationId="{77347042-4E24-4DCB-863C-FF085F85EE53}"/>
          </ac:spMkLst>
        </pc:spChg>
        <pc:spChg chg="add del">
          <ac:chgData name="chaimaa nmiyesse" userId="ab81736aff8c03c2" providerId="Windows Live" clId="Web-{0CDFC9B4-1AA0-4382-8F03-D20A89DDC2D2}" dt="2021-08-15T16:13:03.609" v="60"/>
          <ac:spMkLst>
            <pc:docMk/>
            <pc:sldMk cId="1127854712" sldId="385"/>
            <ac:spMk id="14" creationId="{1AC8518C-652E-4F9F-8814-D495C43ACDE1}"/>
          </ac:spMkLst>
        </pc:spChg>
        <pc:picChg chg="add del mod ord modCrop">
          <ac:chgData name="chaimaa nmiyesse" userId="ab81736aff8c03c2" providerId="Windows Live" clId="Web-{0CDFC9B4-1AA0-4382-8F03-D20A89DDC2D2}" dt="2021-08-15T16:11:12.821" v="51"/>
          <ac:picMkLst>
            <pc:docMk/>
            <pc:sldMk cId="1127854712" sldId="385"/>
            <ac:picMk id="8" creationId="{1A572600-B789-4E01-835C-2B781C6E2032}"/>
          </ac:picMkLst>
        </pc:picChg>
        <pc:picChg chg="add del mod ord modCrop">
          <ac:chgData name="chaimaa nmiyesse" userId="ab81736aff8c03c2" providerId="Windows Live" clId="Web-{0CDFC9B4-1AA0-4382-8F03-D20A89DDC2D2}" dt="2021-08-15T16:12:35.247" v="57"/>
          <ac:picMkLst>
            <pc:docMk/>
            <pc:sldMk cId="1127854712" sldId="385"/>
            <ac:picMk id="13" creationId="{2BB3FE44-7E2F-44C1-A87A-56F8908C5781}"/>
          </ac:picMkLst>
        </pc:picChg>
      </pc:sldChg>
      <pc:sldChg chg="addSp delSp modSp new del">
        <pc:chgData name="chaimaa nmiyesse" userId="ab81736aff8c03c2" providerId="Windows Live" clId="Web-{0CDFC9B4-1AA0-4382-8F03-D20A89DDC2D2}" dt="2021-08-15T16:20:35.077" v="81"/>
        <pc:sldMkLst>
          <pc:docMk/>
          <pc:sldMk cId="1123647621" sldId="386"/>
        </pc:sldMkLst>
        <pc:spChg chg="del mod">
          <ac:chgData name="chaimaa nmiyesse" userId="ab81736aff8c03c2" providerId="Windows Live" clId="Web-{0CDFC9B4-1AA0-4382-8F03-D20A89DDC2D2}" dt="2021-08-15T16:19:36.574" v="77"/>
          <ac:spMkLst>
            <pc:docMk/>
            <pc:sldMk cId="1123647621" sldId="386"/>
            <ac:spMk id="2" creationId="{2D7C452F-E757-4F43-8854-93F0385A2F8E}"/>
          </ac:spMkLst>
        </pc:spChg>
        <pc:spChg chg="add del">
          <ac:chgData name="chaimaa nmiyesse" userId="ab81736aff8c03c2" providerId="Windows Live" clId="Web-{0CDFC9B4-1AA0-4382-8F03-D20A89DDC2D2}" dt="2021-08-15T16:19:48.934" v="79"/>
          <ac:spMkLst>
            <pc:docMk/>
            <pc:sldMk cId="1123647621" sldId="386"/>
            <ac:spMk id="3" creationId="{3CB0BB92-A041-427C-82D5-86D45F76740E}"/>
          </ac:spMkLst>
        </pc:spChg>
      </pc:sldChg>
      <pc:sldChg chg="addSp delSp modSp new mod ord modClrScheme chgLayout">
        <pc:chgData name="chaimaa nmiyesse" userId="ab81736aff8c03c2" providerId="Windows Live" clId="Web-{0CDFC9B4-1AA0-4382-8F03-D20A89DDC2D2}" dt="2021-08-15T18:24:21.856" v="613" actId="1076"/>
        <pc:sldMkLst>
          <pc:docMk/>
          <pc:sldMk cId="116032379" sldId="387"/>
        </pc:sldMkLst>
        <pc:spChg chg="add del mod">
          <ac:chgData name="chaimaa nmiyesse" userId="ab81736aff8c03c2" providerId="Windows Live" clId="Web-{0CDFC9B4-1AA0-4382-8F03-D20A89DDC2D2}" dt="2021-08-15T16:36:15.445" v="105"/>
          <ac:spMkLst>
            <pc:docMk/>
            <pc:sldMk cId="116032379" sldId="387"/>
            <ac:spMk id="4" creationId="{89272BAD-1552-4EE6-A64C-D7F768E3E661}"/>
          </ac:spMkLst>
        </pc:spChg>
        <pc:spChg chg="add del mod">
          <ac:chgData name="chaimaa nmiyesse" userId="ab81736aff8c03c2" providerId="Windows Live" clId="Web-{0CDFC9B4-1AA0-4382-8F03-D20A89DDC2D2}" dt="2021-08-15T16:39:23.116" v="109"/>
          <ac:spMkLst>
            <pc:docMk/>
            <pc:sldMk cId="116032379" sldId="387"/>
            <ac:spMk id="5" creationId="{9BC93C5E-2C68-481C-8F38-D2B7C453C6E9}"/>
          </ac:spMkLst>
        </pc:spChg>
        <pc:spChg chg="add del mod">
          <ac:chgData name="chaimaa nmiyesse" userId="ab81736aff8c03c2" providerId="Windows Live" clId="Web-{0CDFC9B4-1AA0-4382-8F03-D20A89DDC2D2}" dt="2021-08-15T17:04:03.567" v="193"/>
          <ac:spMkLst>
            <pc:docMk/>
            <pc:sldMk cId="116032379" sldId="387"/>
            <ac:spMk id="6" creationId="{A0F96DAA-CDF7-4DA4-BFAC-CE9B706420AA}"/>
          </ac:spMkLst>
        </pc:spChg>
        <pc:spChg chg="add del">
          <ac:chgData name="chaimaa nmiyesse" userId="ab81736aff8c03c2" providerId="Windows Live" clId="Web-{0CDFC9B4-1AA0-4382-8F03-D20A89DDC2D2}" dt="2021-08-15T16:41:42.578" v="144"/>
          <ac:spMkLst>
            <pc:docMk/>
            <pc:sldMk cId="116032379" sldId="387"/>
            <ac:spMk id="7" creationId="{62CB6AFA-A153-4E3D-85A8-3B6B900D7129}"/>
          </ac:spMkLst>
        </pc:spChg>
        <pc:spChg chg="add del mod">
          <ac:chgData name="chaimaa nmiyesse" userId="ab81736aff8c03c2" providerId="Windows Live" clId="Web-{0CDFC9B4-1AA0-4382-8F03-D20A89DDC2D2}" dt="2021-08-15T17:16:56.492" v="258"/>
          <ac:spMkLst>
            <pc:docMk/>
            <pc:sldMk cId="116032379" sldId="387"/>
            <ac:spMk id="8" creationId="{1078C8B4-5E99-40C9-8CEA-63473F41D453}"/>
          </ac:spMkLst>
        </pc:spChg>
        <pc:spChg chg="add del mod">
          <ac:chgData name="chaimaa nmiyesse" userId="ab81736aff8c03c2" providerId="Windows Live" clId="Web-{0CDFC9B4-1AA0-4382-8F03-D20A89DDC2D2}" dt="2021-08-15T17:16:19.881" v="254"/>
          <ac:spMkLst>
            <pc:docMk/>
            <pc:sldMk cId="116032379" sldId="387"/>
            <ac:spMk id="9" creationId="{77581D03-7C33-4587-A6C0-E5F55C176647}"/>
          </ac:spMkLst>
        </pc:spChg>
        <pc:spChg chg="add del mod">
          <ac:chgData name="chaimaa nmiyesse" userId="ab81736aff8c03c2" providerId="Windows Live" clId="Web-{0CDFC9B4-1AA0-4382-8F03-D20A89DDC2D2}" dt="2021-08-15T17:08:53.388" v="235"/>
          <ac:spMkLst>
            <pc:docMk/>
            <pc:sldMk cId="116032379" sldId="387"/>
            <ac:spMk id="10" creationId="{89F7D3C3-8339-4CC6-ADC6-2A6231F2D4DD}"/>
          </ac:spMkLst>
        </pc:spChg>
        <pc:spChg chg="add del mod">
          <ac:chgData name="chaimaa nmiyesse" userId="ab81736aff8c03c2" providerId="Windows Live" clId="Web-{0CDFC9B4-1AA0-4382-8F03-D20A89DDC2D2}" dt="2021-08-15T17:15:52.989" v="251"/>
          <ac:spMkLst>
            <pc:docMk/>
            <pc:sldMk cId="116032379" sldId="387"/>
            <ac:spMk id="11" creationId="{E99A931D-599C-40FA-90D7-B4AEBD27D314}"/>
          </ac:spMkLst>
        </pc:spChg>
        <pc:spChg chg="add del">
          <ac:chgData name="chaimaa nmiyesse" userId="ab81736aff8c03c2" providerId="Windows Live" clId="Web-{0CDFC9B4-1AA0-4382-8F03-D20A89DDC2D2}" dt="2021-08-15T17:16:14.021" v="253"/>
          <ac:spMkLst>
            <pc:docMk/>
            <pc:sldMk cId="116032379" sldId="387"/>
            <ac:spMk id="12" creationId="{F3B35C5B-5F8C-4DC2-8C27-E323810BE0B5}"/>
          </ac:spMkLst>
        </pc:spChg>
        <pc:spChg chg="add del mod">
          <ac:chgData name="chaimaa nmiyesse" userId="ab81736aff8c03c2" providerId="Windows Live" clId="Web-{0CDFC9B4-1AA0-4382-8F03-D20A89DDC2D2}" dt="2021-08-15T17:18:12.824" v="270"/>
          <ac:spMkLst>
            <pc:docMk/>
            <pc:sldMk cId="116032379" sldId="387"/>
            <ac:spMk id="13" creationId="{6CA29A94-3FEE-4459-BF88-6738F198A8C8}"/>
          </ac:spMkLst>
        </pc:spChg>
        <pc:spChg chg="add del mod">
          <ac:chgData name="chaimaa nmiyesse" userId="ab81736aff8c03c2" providerId="Windows Live" clId="Web-{0CDFC9B4-1AA0-4382-8F03-D20A89DDC2D2}" dt="2021-08-15T17:40:05.094" v="328"/>
          <ac:spMkLst>
            <pc:docMk/>
            <pc:sldMk cId="116032379" sldId="387"/>
            <ac:spMk id="14" creationId="{D4DE1BA3-784D-4794-A941-D6FF1BE0A425}"/>
          </ac:spMkLst>
        </pc:spChg>
        <pc:spChg chg="add del mod">
          <ac:chgData name="chaimaa nmiyesse" userId="ab81736aff8c03c2" providerId="Windows Live" clId="Web-{0CDFC9B4-1AA0-4382-8F03-D20A89DDC2D2}" dt="2021-08-15T18:10:02.528" v="543"/>
          <ac:spMkLst>
            <pc:docMk/>
            <pc:sldMk cId="116032379" sldId="387"/>
            <ac:spMk id="15" creationId="{B9E5BA40-2577-4D12-9888-586918DED8E9}"/>
          </ac:spMkLst>
        </pc:spChg>
        <pc:spChg chg="add del mod">
          <ac:chgData name="chaimaa nmiyesse" userId="ab81736aff8c03c2" providerId="Windows Live" clId="Web-{0CDFC9B4-1AA0-4382-8F03-D20A89DDC2D2}" dt="2021-08-15T17:43:57.363" v="351"/>
          <ac:spMkLst>
            <pc:docMk/>
            <pc:sldMk cId="116032379" sldId="387"/>
            <ac:spMk id="18" creationId="{B3DF9E29-DB91-45DD-A903-04AA99A74878}"/>
          </ac:spMkLst>
        </pc:spChg>
        <pc:spChg chg="add del mod">
          <ac:chgData name="chaimaa nmiyesse" userId="ab81736aff8c03c2" providerId="Windows Live" clId="Web-{0CDFC9B4-1AA0-4382-8F03-D20A89DDC2D2}" dt="2021-08-15T17:45:38.055" v="367"/>
          <ac:spMkLst>
            <pc:docMk/>
            <pc:sldMk cId="116032379" sldId="387"/>
            <ac:spMk id="19" creationId="{522A9E7E-CD69-4C14-A64C-71DC3C66F5B1}"/>
          </ac:spMkLst>
        </pc:spChg>
        <pc:spChg chg="add del mod">
          <ac:chgData name="chaimaa nmiyesse" userId="ab81736aff8c03c2" providerId="Windows Live" clId="Web-{0CDFC9B4-1AA0-4382-8F03-D20A89DDC2D2}" dt="2021-08-15T17:45:46.634" v="370"/>
          <ac:spMkLst>
            <pc:docMk/>
            <pc:sldMk cId="116032379" sldId="387"/>
            <ac:spMk id="20" creationId="{32EC8F58-9674-46E1-AE1C-943CBCB26B4A}"/>
          </ac:spMkLst>
        </pc:spChg>
        <pc:spChg chg="add mod">
          <ac:chgData name="chaimaa nmiyesse" userId="ab81736aff8c03c2" providerId="Windows Live" clId="Web-{0CDFC9B4-1AA0-4382-8F03-D20A89DDC2D2}" dt="2021-08-15T18:08:47.399" v="524" actId="1076"/>
          <ac:spMkLst>
            <pc:docMk/>
            <pc:sldMk cId="116032379" sldId="387"/>
            <ac:spMk id="21" creationId="{1E90EB55-5940-4416-A1A2-8DA5DB539714}"/>
          </ac:spMkLst>
        </pc:spChg>
        <pc:spChg chg="add mod">
          <ac:chgData name="chaimaa nmiyesse" userId="ab81736aff8c03c2" providerId="Windows Live" clId="Web-{0CDFC9B4-1AA0-4382-8F03-D20A89DDC2D2}" dt="2021-08-15T18:08:05.412" v="521" actId="20577"/>
          <ac:spMkLst>
            <pc:docMk/>
            <pc:sldMk cId="116032379" sldId="387"/>
            <ac:spMk id="22" creationId="{C4C0B963-1DDD-4D0F-B3F9-1DEA32B3896B}"/>
          </ac:spMkLst>
        </pc:spChg>
        <pc:spChg chg="add mod">
          <ac:chgData name="chaimaa nmiyesse" userId="ab81736aff8c03c2" providerId="Windows Live" clId="Web-{0CDFC9B4-1AA0-4382-8F03-D20A89DDC2D2}" dt="2021-08-15T18:07:48.411" v="520" actId="20577"/>
          <ac:spMkLst>
            <pc:docMk/>
            <pc:sldMk cId="116032379" sldId="387"/>
            <ac:spMk id="23" creationId="{DBF41F33-2AC3-4CCE-8CC5-67151BA91CBE}"/>
          </ac:spMkLst>
        </pc:spChg>
        <pc:spChg chg="add del">
          <ac:chgData name="chaimaa nmiyesse" userId="ab81736aff8c03c2" providerId="Windows Live" clId="Web-{0CDFC9B4-1AA0-4382-8F03-D20A89DDC2D2}" dt="2021-08-15T18:00:20.565" v="441"/>
          <ac:spMkLst>
            <pc:docMk/>
            <pc:sldMk cId="116032379" sldId="387"/>
            <ac:spMk id="24" creationId="{99E41170-F41F-4768-815A-4D89505526C9}"/>
          </ac:spMkLst>
        </pc:spChg>
        <pc:spChg chg="add del">
          <ac:chgData name="chaimaa nmiyesse" userId="ab81736aff8c03c2" providerId="Windows Live" clId="Web-{0CDFC9B4-1AA0-4382-8F03-D20A89DDC2D2}" dt="2021-08-15T18:00:18.159" v="440"/>
          <ac:spMkLst>
            <pc:docMk/>
            <pc:sldMk cId="116032379" sldId="387"/>
            <ac:spMk id="25" creationId="{234663FF-FD43-4BDB-935A-E8DB5CF24D63}"/>
          </ac:spMkLst>
        </pc:spChg>
        <pc:spChg chg="add del mod">
          <ac:chgData name="chaimaa nmiyesse" userId="ab81736aff8c03c2" providerId="Windows Live" clId="Web-{0CDFC9B4-1AA0-4382-8F03-D20A89DDC2D2}" dt="2021-08-15T18:00:16.659" v="439"/>
          <ac:spMkLst>
            <pc:docMk/>
            <pc:sldMk cId="116032379" sldId="387"/>
            <ac:spMk id="26" creationId="{C53A2E52-1EF4-4114-9762-075AFE4AD618}"/>
          </ac:spMkLst>
        </pc:spChg>
        <pc:spChg chg="add mod">
          <ac:chgData name="chaimaa nmiyesse" userId="ab81736aff8c03c2" providerId="Windows Live" clId="Web-{0CDFC9B4-1AA0-4382-8F03-D20A89DDC2D2}" dt="2021-08-15T18:11:38.923" v="551"/>
          <ac:spMkLst>
            <pc:docMk/>
            <pc:sldMk cId="116032379" sldId="387"/>
            <ac:spMk id="28" creationId="{745237EB-6395-46D5-8B37-6E1929D76DFF}"/>
          </ac:spMkLst>
        </pc:spChg>
        <pc:spChg chg="add mod">
          <ac:chgData name="chaimaa nmiyesse" userId="ab81736aff8c03c2" providerId="Windows Live" clId="Web-{0CDFC9B4-1AA0-4382-8F03-D20A89DDC2D2}" dt="2021-08-15T18:17:41.224" v="585" actId="1076"/>
          <ac:spMkLst>
            <pc:docMk/>
            <pc:sldMk cId="116032379" sldId="387"/>
            <ac:spMk id="29" creationId="{2B89CED8-4392-4181-8BC6-2C8040F4934B}"/>
          </ac:spMkLst>
        </pc:spChg>
        <pc:picChg chg="add del mod">
          <ac:chgData name="chaimaa nmiyesse" userId="ab81736aff8c03c2" providerId="Windows Live" clId="Web-{0CDFC9B4-1AA0-4382-8F03-D20A89DDC2D2}" dt="2021-08-15T17:33:55.163" v="314"/>
          <ac:picMkLst>
            <pc:docMk/>
            <pc:sldMk cId="116032379" sldId="387"/>
            <ac:picMk id="2" creationId="{A04E895D-FEE3-45F6-AB8D-DC7F723B3316}"/>
          </ac:picMkLst>
        </pc:picChg>
        <pc:picChg chg="add del mod">
          <ac:chgData name="chaimaa nmiyesse" userId="ab81736aff8c03c2" providerId="Windows Live" clId="Web-{0CDFC9B4-1AA0-4382-8F03-D20A89DDC2D2}" dt="2021-08-15T17:33:52.647" v="313"/>
          <ac:picMkLst>
            <pc:docMk/>
            <pc:sldMk cId="116032379" sldId="387"/>
            <ac:picMk id="3" creationId="{05102FA2-6B71-4A7C-94AF-85F66B1AD103}"/>
          </ac:picMkLst>
        </pc:picChg>
        <pc:picChg chg="add mod">
          <ac:chgData name="chaimaa nmiyesse" userId="ab81736aff8c03c2" providerId="Windows Live" clId="Web-{0CDFC9B4-1AA0-4382-8F03-D20A89DDC2D2}" dt="2021-08-15T17:42:26.419" v="342"/>
          <ac:picMkLst>
            <pc:docMk/>
            <pc:sldMk cId="116032379" sldId="387"/>
            <ac:picMk id="16" creationId="{4C0715DC-A83F-498B-88B4-86BCED1D9664}"/>
          </ac:picMkLst>
        </pc:picChg>
        <pc:picChg chg="add mod">
          <ac:chgData name="chaimaa nmiyesse" userId="ab81736aff8c03c2" providerId="Windows Live" clId="Web-{0CDFC9B4-1AA0-4382-8F03-D20A89DDC2D2}" dt="2021-08-15T17:41:45.588" v="341" actId="1076"/>
          <ac:picMkLst>
            <pc:docMk/>
            <pc:sldMk cId="116032379" sldId="387"/>
            <ac:picMk id="17" creationId="{2AF55DC4-3ABF-44D9-84DD-0C67D25C8D07}"/>
          </ac:picMkLst>
        </pc:picChg>
        <pc:cxnChg chg="add del">
          <ac:chgData name="chaimaa nmiyesse" userId="ab81736aff8c03c2" providerId="Windows Live" clId="Web-{0CDFC9B4-1AA0-4382-8F03-D20A89DDC2D2}" dt="2021-08-15T18:08:51.821" v="525"/>
          <ac:cxnSpMkLst>
            <pc:docMk/>
            <pc:sldMk cId="116032379" sldId="387"/>
            <ac:cxnSpMk id="27" creationId="{C9533266-EC63-4361-A63F-AFB00B9B2C03}"/>
          </ac:cxnSpMkLst>
        </pc:cxnChg>
        <pc:cxnChg chg="add mod">
          <ac:chgData name="chaimaa nmiyesse" userId="ab81736aff8c03c2" providerId="Windows Live" clId="Web-{0CDFC9B4-1AA0-4382-8F03-D20A89DDC2D2}" dt="2021-08-15T18:24:21.856" v="613" actId="1076"/>
          <ac:cxnSpMkLst>
            <pc:docMk/>
            <pc:sldMk cId="116032379" sldId="387"/>
            <ac:cxnSpMk id="30" creationId="{F78805AB-A6F8-47E4-A53C-6341E492FD57}"/>
          </ac:cxnSpMkLst>
        </pc:cxnChg>
      </pc:sldChg>
      <pc:sldChg chg="addSp delSp modSp new ord">
        <pc:chgData name="chaimaa nmiyesse" userId="ab81736aff8c03c2" providerId="Windows Live" clId="Web-{0CDFC9B4-1AA0-4382-8F03-D20A89DDC2D2}" dt="2021-08-16T10:41:34.660" v="1998"/>
        <pc:sldMkLst>
          <pc:docMk/>
          <pc:sldMk cId="3708753911" sldId="388"/>
        </pc:sldMkLst>
        <pc:spChg chg="add">
          <ac:chgData name="chaimaa nmiyesse" userId="ab81736aff8c03c2" providerId="Windows Live" clId="Web-{0CDFC9B4-1AA0-4382-8F03-D20A89DDC2D2}" dt="2021-08-16T10:41:34.660" v="1998"/>
          <ac:spMkLst>
            <pc:docMk/>
            <pc:sldMk cId="3708753911" sldId="388"/>
            <ac:spMk id="2" creationId="{1F318685-8B1E-46C9-A7ED-5205701D2E90}"/>
          </ac:spMkLst>
        </pc:spChg>
        <pc:spChg chg="del">
          <ac:chgData name="chaimaa nmiyesse" userId="ab81736aff8c03c2" providerId="Windows Live" clId="Web-{0CDFC9B4-1AA0-4382-8F03-D20A89DDC2D2}" dt="2021-08-15T17:21:05.914" v="276"/>
          <ac:spMkLst>
            <pc:docMk/>
            <pc:sldMk cId="3708753911" sldId="388"/>
            <ac:spMk id="2" creationId="{5A555449-AE50-4CBF-899D-4234E44E5BE4}"/>
          </ac:spMkLst>
        </pc:spChg>
        <pc:spChg chg="del mod">
          <ac:chgData name="chaimaa nmiyesse" userId="ab81736aff8c03c2" providerId="Windows Live" clId="Web-{0CDFC9B4-1AA0-4382-8F03-D20A89DDC2D2}" dt="2021-08-15T17:20:35.959" v="274"/>
          <ac:spMkLst>
            <pc:docMk/>
            <pc:sldMk cId="3708753911" sldId="388"/>
            <ac:spMk id="3" creationId="{35CE3616-B3E9-4DED-B97C-6AD30AFFA705}"/>
          </ac:spMkLst>
        </pc:spChg>
        <pc:spChg chg="add del mod">
          <ac:chgData name="chaimaa nmiyesse" userId="ab81736aff8c03c2" providerId="Windows Live" clId="Web-{0CDFC9B4-1AA0-4382-8F03-D20A89DDC2D2}" dt="2021-08-16T09:34:39.721" v="1947"/>
          <ac:spMkLst>
            <pc:docMk/>
            <pc:sldMk cId="3708753911" sldId="388"/>
            <ac:spMk id="3" creationId="{7974D7CF-7249-4932-8D09-150A32B08955}"/>
          </ac:spMkLst>
        </pc:spChg>
        <pc:spChg chg="del">
          <ac:chgData name="chaimaa nmiyesse" userId="ab81736aff8c03c2" providerId="Windows Live" clId="Web-{0CDFC9B4-1AA0-4382-8F03-D20A89DDC2D2}" dt="2021-08-15T17:20:48.538" v="275"/>
          <ac:spMkLst>
            <pc:docMk/>
            <pc:sldMk cId="3708753911" sldId="388"/>
            <ac:spMk id="4" creationId="{5C9AC269-3E96-47DF-B8E5-677FA2DD435A}"/>
          </ac:spMkLst>
        </pc:spChg>
        <pc:spChg chg="add del mod">
          <ac:chgData name="chaimaa nmiyesse" userId="ab81736aff8c03c2" providerId="Windows Live" clId="Web-{0CDFC9B4-1AA0-4382-8F03-D20A89DDC2D2}" dt="2021-08-16T09:33:32.592" v="1944"/>
          <ac:spMkLst>
            <pc:docMk/>
            <pc:sldMk cId="3708753911" sldId="388"/>
            <ac:spMk id="8" creationId="{59AC1F56-CEC1-40AB-B51F-75ACB03DAE7F}"/>
          </ac:spMkLst>
        </pc:spChg>
        <pc:spChg chg="add del mod">
          <ac:chgData name="chaimaa nmiyesse" userId="ab81736aff8c03c2" providerId="Windows Live" clId="Web-{0CDFC9B4-1AA0-4382-8F03-D20A89DDC2D2}" dt="2021-08-16T09:35:02.441" v="1953"/>
          <ac:spMkLst>
            <pc:docMk/>
            <pc:sldMk cId="3708753911" sldId="388"/>
            <ac:spMk id="13" creationId="{63405492-C5F6-49B2-B145-12126C44E252}"/>
          </ac:spMkLst>
        </pc:spChg>
        <pc:spChg chg="add del mod">
          <ac:chgData name="chaimaa nmiyesse" userId="ab81736aff8c03c2" providerId="Windows Live" clId="Web-{0CDFC9B4-1AA0-4382-8F03-D20A89DDC2D2}" dt="2021-08-16T09:34:59.597" v="1952"/>
          <ac:spMkLst>
            <pc:docMk/>
            <pc:sldMk cId="3708753911" sldId="388"/>
            <ac:spMk id="15" creationId="{1749FBA3-9922-44F4-8EDA-42C1F8C06F20}"/>
          </ac:spMkLst>
        </pc:spChg>
        <pc:spChg chg="add del mod">
          <ac:chgData name="chaimaa nmiyesse" userId="ab81736aff8c03c2" providerId="Windows Live" clId="Web-{0CDFC9B4-1AA0-4382-8F03-D20A89DDC2D2}" dt="2021-08-16T09:35:17.520" v="1958"/>
          <ac:spMkLst>
            <pc:docMk/>
            <pc:sldMk cId="3708753911" sldId="388"/>
            <ac:spMk id="17" creationId="{B3993176-8EC9-4480-91ED-01988C0CB215}"/>
          </ac:spMkLst>
        </pc:spChg>
        <pc:picChg chg="add del mod">
          <ac:chgData name="chaimaa nmiyesse" userId="ab81736aff8c03c2" providerId="Windows Live" clId="Web-{0CDFC9B4-1AA0-4382-8F03-D20A89DDC2D2}" dt="2021-08-16T10:06:07.280" v="1982"/>
          <ac:picMkLst>
            <pc:docMk/>
            <pc:sldMk cId="3708753911" sldId="388"/>
            <ac:picMk id="2" creationId="{8B650BCF-85FA-4505-9C2C-905E604B85D7}"/>
          </ac:picMkLst>
        </pc:picChg>
        <pc:picChg chg="add mod">
          <ac:chgData name="chaimaa nmiyesse" userId="ab81736aff8c03c2" providerId="Windows Live" clId="Web-{0CDFC9B4-1AA0-4382-8F03-D20A89DDC2D2}" dt="2021-08-16T10:09:54.130" v="1990" actId="1076"/>
          <ac:picMkLst>
            <pc:docMk/>
            <pc:sldMk cId="3708753911" sldId="388"/>
            <ac:picMk id="3" creationId="{BD678B6B-189E-4A32-BB45-20062D78A5EB}"/>
          </ac:picMkLst>
        </pc:picChg>
        <pc:picChg chg="add del mod ord modCrop">
          <ac:chgData name="chaimaa nmiyesse" userId="ab81736aff8c03c2" providerId="Windows Live" clId="Web-{0CDFC9B4-1AA0-4382-8F03-D20A89DDC2D2}" dt="2021-08-16T09:33:16.779" v="1938"/>
          <ac:picMkLst>
            <pc:docMk/>
            <pc:sldMk cId="3708753911" sldId="388"/>
            <ac:picMk id="5" creationId="{679C725F-619B-4E18-A9E2-1F885E8D3F4A}"/>
          </ac:picMkLst>
        </pc:picChg>
        <pc:picChg chg="add del mod ord modCrop">
          <ac:chgData name="chaimaa nmiyesse" userId="ab81736aff8c03c2" providerId="Windows Live" clId="Web-{0CDFC9B4-1AA0-4382-8F03-D20A89DDC2D2}" dt="2021-08-16T09:34:57.456" v="1951"/>
          <ac:picMkLst>
            <pc:docMk/>
            <pc:sldMk cId="3708753911" sldId="388"/>
            <ac:picMk id="6" creationId="{0223DC7D-76F3-4E90-A3D3-A364CA58FCD9}"/>
          </ac:picMkLst>
        </pc:picChg>
        <pc:picChg chg="add del mod ord modCrop">
          <ac:chgData name="chaimaa nmiyesse" userId="ab81736aff8c03c2" providerId="Windows Live" clId="Web-{0CDFC9B4-1AA0-4382-8F03-D20A89DDC2D2}" dt="2021-08-16T09:34:55.034" v="1950"/>
          <ac:picMkLst>
            <pc:docMk/>
            <pc:sldMk cId="3708753911" sldId="388"/>
            <ac:picMk id="7" creationId="{514F5050-80BB-4D87-AC5A-644055D17C7D}"/>
          </ac:picMkLst>
        </pc:picChg>
        <pc:picChg chg="add del mod ord modCrop">
          <ac:chgData name="chaimaa nmiyesse" userId="ab81736aff8c03c2" providerId="Windows Live" clId="Web-{0CDFC9B4-1AA0-4382-8F03-D20A89DDC2D2}" dt="2021-08-16T09:34:22.079" v="1946"/>
          <ac:picMkLst>
            <pc:docMk/>
            <pc:sldMk cId="3708753911" sldId="388"/>
            <ac:picMk id="9" creationId="{AA4B1ED6-AAA8-4A3D-9449-4A5396BDDBA6}"/>
          </ac:picMkLst>
        </pc:picChg>
        <pc:picChg chg="add del mod ord modCrop">
          <ac:chgData name="chaimaa nmiyesse" userId="ab81736aff8c03c2" providerId="Windows Live" clId="Web-{0CDFC9B4-1AA0-4382-8F03-D20A89DDC2D2}" dt="2021-08-16T09:35:04.691" v="1954"/>
          <ac:picMkLst>
            <pc:docMk/>
            <pc:sldMk cId="3708753911" sldId="388"/>
            <ac:picMk id="10" creationId="{5CA792AE-2937-43D3-9A52-8587D7E69730}"/>
          </ac:picMkLst>
        </pc:picChg>
        <pc:picChg chg="add mod">
          <ac:chgData name="chaimaa nmiyesse" userId="ab81736aff8c03c2" providerId="Windows Live" clId="Web-{0CDFC9B4-1AA0-4382-8F03-D20A89DDC2D2}" dt="2021-08-16T10:10:05.475" v="1991" actId="1076"/>
          <ac:picMkLst>
            <pc:docMk/>
            <pc:sldMk cId="3708753911" sldId="388"/>
            <ac:picMk id="11" creationId="{B14EEE00-B488-43B5-B9AE-55C3865A712B}"/>
          </ac:picMkLst>
        </pc:picChg>
        <pc:picChg chg="add mod">
          <ac:chgData name="chaimaa nmiyesse" userId="ab81736aff8c03c2" providerId="Windows Live" clId="Web-{0CDFC9B4-1AA0-4382-8F03-D20A89DDC2D2}" dt="2021-08-16T10:10:16.678" v="1993" actId="1076"/>
          <ac:picMkLst>
            <pc:docMk/>
            <pc:sldMk cId="3708753911" sldId="388"/>
            <ac:picMk id="18" creationId="{5CBCBF0E-EEBB-48C9-B06C-169132280ABE}"/>
          </ac:picMkLst>
        </pc:picChg>
        <pc:picChg chg="add mod">
          <ac:chgData name="chaimaa nmiyesse" userId="ab81736aff8c03c2" providerId="Windows Live" clId="Web-{0CDFC9B4-1AA0-4382-8F03-D20A89DDC2D2}" dt="2021-08-16T10:10:19.663" v="1994" actId="1076"/>
          <ac:picMkLst>
            <pc:docMk/>
            <pc:sldMk cId="3708753911" sldId="388"/>
            <ac:picMk id="19" creationId="{8FA48E39-CA92-4A83-BC9E-3516E9D8E19B}"/>
          </ac:picMkLst>
        </pc:picChg>
        <pc:picChg chg="add del mod">
          <ac:chgData name="chaimaa nmiyesse" userId="ab81736aff8c03c2" providerId="Windows Live" clId="Web-{0CDFC9B4-1AA0-4382-8F03-D20A89DDC2D2}" dt="2021-08-16T09:41:24.428" v="1967"/>
          <ac:picMkLst>
            <pc:docMk/>
            <pc:sldMk cId="3708753911" sldId="388"/>
            <ac:picMk id="20" creationId="{309A1CB7-CB44-4AB1-8DDD-C705FACCA59A}"/>
          </ac:picMkLst>
        </pc:picChg>
        <pc:picChg chg="add del mod">
          <ac:chgData name="chaimaa nmiyesse" userId="ab81736aff8c03c2" providerId="Windows Live" clId="Web-{0CDFC9B4-1AA0-4382-8F03-D20A89DDC2D2}" dt="2021-08-16T09:41:28.616" v="1969"/>
          <ac:picMkLst>
            <pc:docMk/>
            <pc:sldMk cId="3708753911" sldId="388"/>
            <ac:picMk id="21" creationId="{20340883-E366-4674-81AC-C21C895854DA}"/>
          </ac:picMkLst>
        </pc:picChg>
        <pc:picChg chg="add del mod">
          <ac:chgData name="chaimaa nmiyesse" userId="ab81736aff8c03c2" providerId="Windows Live" clId="Web-{0CDFC9B4-1AA0-4382-8F03-D20A89DDC2D2}" dt="2021-08-16T10:09:42.560" v="1988"/>
          <ac:picMkLst>
            <pc:docMk/>
            <pc:sldMk cId="3708753911" sldId="388"/>
            <ac:picMk id="22" creationId="{1FFF1D58-0BE0-4C21-801C-2B22423E8121}"/>
          </ac:picMkLst>
        </pc:picChg>
        <pc:picChg chg="add del mod">
          <ac:chgData name="chaimaa nmiyesse" userId="ab81736aff8c03c2" providerId="Windows Live" clId="Web-{0CDFC9B4-1AA0-4382-8F03-D20A89DDC2D2}" dt="2021-08-16T10:09:40.573" v="1987"/>
          <ac:picMkLst>
            <pc:docMk/>
            <pc:sldMk cId="3708753911" sldId="388"/>
            <ac:picMk id="23" creationId="{8ED1A6C6-6F6E-4899-8A53-4E8908C3A6B9}"/>
          </ac:picMkLst>
        </pc:picChg>
        <pc:picChg chg="add mod">
          <ac:chgData name="chaimaa nmiyesse" userId="ab81736aff8c03c2" providerId="Windows Live" clId="Web-{0CDFC9B4-1AA0-4382-8F03-D20A89DDC2D2}" dt="2021-08-16T10:10:30.273" v="1997" actId="1076"/>
          <ac:picMkLst>
            <pc:docMk/>
            <pc:sldMk cId="3708753911" sldId="388"/>
            <ac:picMk id="24" creationId="{EE5DDC3F-65A4-4650-91E3-F85FFEC14637}"/>
          </ac:picMkLst>
        </pc:picChg>
        <pc:picChg chg="add mod">
          <ac:chgData name="chaimaa nmiyesse" userId="ab81736aff8c03c2" providerId="Windows Live" clId="Web-{0CDFC9B4-1AA0-4382-8F03-D20A89DDC2D2}" dt="2021-08-16T10:09:48.998" v="1989" actId="14100"/>
          <ac:picMkLst>
            <pc:docMk/>
            <pc:sldMk cId="3708753911" sldId="388"/>
            <ac:picMk id="25" creationId="{755E44BE-9F10-4667-ABFC-B6018A3BB7C5}"/>
          </ac:picMkLst>
        </pc:picChg>
      </pc:sldChg>
      <pc:sldChg chg="new del">
        <pc:chgData name="chaimaa nmiyesse" userId="ab81736aff8c03c2" providerId="Windows Live" clId="Web-{0CDFC9B4-1AA0-4382-8F03-D20A89DDC2D2}" dt="2021-08-16T04:13:12.109" v="1523"/>
        <pc:sldMkLst>
          <pc:docMk/>
          <pc:sldMk cId="1881957293" sldId="389"/>
        </pc:sldMkLst>
      </pc:sldChg>
      <pc:sldChg chg="addSp delSp modSp new ord">
        <pc:chgData name="chaimaa nmiyesse" userId="ab81736aff8c03c2" providerId="Windows Live" clId="Web-{0CDFC9B4-1AA0-4382-8F03-D20A89DDC2D2}" dt="2021-08-16T08:35:23.442" v="1649" actId="20577"/>
        <pc:sldMkLst>
          <pc:docMk/>
          <pc:sldMk cId="825024361" sldId="390"/>
        </pc:sldMkLst>
        <pc:spChg chg="mod">
          <ac:chgData name="chaimaa nmiyesse" userId="ab81736aff8c03c2" providerId="Windows Live" clId="Web-{0CDFC9B4-1AA0-4382-8F03-D20A89DDC2D2}" dt="2021-08-15T18:29:17.903" v="631" actId="20577"/>
          <ac:spMkLst>
            <pc:docMk/>
            <pc:sldMk cId="825024361" sldId="390"/>
            <ac:spMk id="6" creationId="{7F0EF8B9-9BAD-486B-A04D-31800210D116}"/>
          </ac:spMkLst>
        </pc:spChg>
        <pc:spChg chg="mod">
          <ac:chgData name="chaimaa nmiyesse" userId="ab81736aff8c03c2" providerId="Windows Live" clId="Web-{0CDFC9B4-1AA0-4382-8F03-D20A89DDC2D2}" dt="2021-08-15T18:30:03.765" v="636" actId="14100"/>
          <ac:spMkLst>
            <pc:docMk/>
            <pc:sldMk cId="825024361" sldId="390"/>
            <ac:spMk id="12" creationId="{BD4D40B4-C5EF-4C49-B27B-1C01239C7D4F}"/>
          </ac:spMkLst>
        </pc:spChg>
        <pc:spChg chg="mod">
          <ac:chgData name="chaimaa nmiyesse" userId="ab81736aff8c03c2" providerId="Windows Live" clId="Web-{0CDFC9B4-1AA0-4382-8F03-D20A89DDC2D2}" dt="2021-08-15T18:32:09.475" v="645" actId="20577"/>
          <ac:spMkLst>
            <pc:docMk/>
            <pc:sldMk cId="825024361" sldId="390"/>
            <ac:spMk id="18" creationId="{659F3196-BB82-44B8-8938-D12C4FBB530D}"/>
          </ac:spMkLst>
        </pc:spChg>
        <pc:spChg chg="del">
          <ac:chgData name="chaimaa nmiyesse" userId="ab81736aff8c03c2" providerId="Windows Live" clId="Web-{0CDFC9B4-1AA0-4382-8F03-D20A89DDC2D2}" dt="2021-08-15T18:33:53.527" v="650"/>
          <ac:spMkLst>
            <pc:docMk/>
            <pc:sldMk cId="825024361" sldId="390"/>
            <ac:spMk id="19" creationId="{4B206A28-538F-4353-8F0B-75A5353CF99E}"/>
          </ac:spMkLst>
        </pc:spChg>
        <pc:spChg chg="del">
          <ac:chgData name="chaimaa nmiyesse" userId="ab81736aff8c03c2" providerId="Windows Live" clId="Web-{0CDFC9B4-1AA0-4382-8F03-D20A89DDC2D2}" dt="2021-08-15T18:35:05.172" v="657"/>
          <ac:spMkLst>
            <pc:docMk/>
            <pc:sldMk cId="825024361" sldId="390"/>
            <ac:spMk id="25" creationId="{289C6853-FDEE-40DE-8F04-9E061F16B4BA}"/>
          </ac:spMkLst>
        </pc:spChg>
        <pc:spChg chg="del">
          <ac:chgData name="chaimaa nmiyesse" userId="ab81736aff8c03c2" providerId="Windows Live" clId="Web-{0CDFC9B4-1AA0-4382-8F03-D20A89DDC2D2}" dt="2021-08-15T18:34:37.233" v="656"/>
          <ac:spMkLst>
            <pc:docMk/>
            <pc:sldMk cId="825024361" sldId="390"/>
            <ac:spMk id="31" creationId="{42993727-C5FF-416B-ADAE-FD236F2128F0}"/>
          </ac:spMkLst>
        </pc:spChg>
        <pc:spChg chg="mod">
          <ac:chgData name="chaimaa nmiyesse" userId="ab81736aff8c03c2" providerId="Windows Live" clId="Web-{0CDFC9B4-1AA0-4382-8F03-D20A89DDC2D2}" dt="2021-08-15T18:37:31.747" v="667" actId="14100"/>
          <ac:spMkLst>
            <pc:docMk/>
            <pc:sldMk cId="825024361" sldId="390"/>
            <ac:spMk id="34" creationId="{7A90282E-7D57-4644-B18F-791054F56752}"/>
          </ac:spMkLst>
        </pc:spChg>
        <pc:spChg chg="mod">
          <ac:chgData name="chaimaa nmiyesse" userId="ab81736aff8c03c2" providerId="Windows Live" clId="Web-{0CDFC9B4-1AA0-4382-8F03-D20A89DDC2D2}" dt="2021-08-15T18:38:39.782" v="677" actId="14100"/>
          <ac:spMkLst>
            <pc:docMk/>
            <pc:sldMk cId="825024361" sldId="390"/>
            <ac:spMk id="36" creationId="{EEFC1D6E-5C14-44B4-AA82-8DA94A726102}"/>
          </ac:spMkLst>
        </pc:spChg>
        <pc:spChg chg="del">
          <ac:chgData name="chaimaa nmiyesse" userId="ab81736aff8c03c2" providerId="Windows Live" clId="Web-{0CDFC9B4-1AA0-4382-8F03-D20A89DDC2D2}" dt="2021-08-15T18:33:47.949" v="649"/>
          <ac:spMkLst>
            <pc:docMk/>
            <pc:sldMk cId="825024361" sldId="390"/>
            <ac:spMk id="37" creationId="{C5483D0A-3DC6-4714-86FF-0429C466141A}"/>
          </ac:spMkLst>
        </pc:spChg>
        <pc:spChg chg="mod">
          <ac:chgData name="chaimaa nmiyesse" userId="ab81736aff8c03c2" providerId="Windows Live" clId="Web-{0CDFC9B4-1AA0-4382-8F03-D20A89DDC2D2}" dt="2021-08-15T18:40:28.585" v="689" actId="1076"/>
          <ac:spMkLst>
            <pc:docMk/>
            <pc:sldMk cId="825024361" sldId="390"/>
            <ac:spMk id="38" creationId="{22E11393-2EF1-4FB4-AE3F-4D0D87CD2127}"/>
          </ac:spMkLst>
        </pc:spChg>
        <pc:spChg chg="del">
          <ac:chgData name="chaimaa nmiyesse" userId="ab81736aff8c03c2" providerId="Windows Live" clId="Web-{0CDFC9B4-1AA0-4382-8F03-D20A89DDC2D2}" dt="2021-08-15T18:34:12.794" v="653"/>
          <ac:spMkLst>
            <pc:docMk/>
            <pc:sldMk cId="825024361" sldId="390"/>
            <ac:spMk id="43" creationId="{F01313A7-02D2-483B-BEF5-2654A8AECBE9}"/>
          </ac:spMkLst>
        </pc:spChg>
        <pc:spChg chg="add mod">
          <ac:chgData name="chaimaa nmiyesse" userId="ab81736aff8c03c2" providerId="Windows Live" clId="Web-{0CDFC9B4-1AA0-4382-8F03-D20A89DDC2D2}" dt="2021-08-15T18:42:38.779" v="702" actId="1076"/>
          <ac:spMkLst>
            <pc:docMk/>
            <pc:sldMk cId="825024361" sldId="390"/>
            <ac:spMk id="46" creationId="{FAA0A324-5382-4E1D-B66A-2F52D4080A3C}"/>
          </ac:spMkLst>
        </pc:spChg>
        <pc:spChg chg="mod">
          <ac:chgData name="chaimaa nmiyesse" userId="ab81736aff8c03c2" providerId="Windows Live" clId="Web-{0CDFC9B4-1AA0-4382-8F03-D20A89DDC2D2}" dt="2021-08-15T18:44:40.489" v="734" actId="14100"/>
          <ac:spMkLst>
            <pc:docMk/>
            <pc:sldMk cId="825024361" sldId="390"/>
            <ac:spMk id="49" creationId="{9E6BD92F-4D54-4850-ABAE-A73106206B34}"/>
          </ac:spMkLst>
        </pc:spChg>
        <pc:spChg chg="mod">
          <ac:chgData name="chaimaa nmiyesse" userId="ab81736aff8c03c2" providerId="Windows Live" clId="Web-{0CDFC9B4-1AA0-4382-8F03-D20A89DDC2D2}" dt="2021-08-15T18:45:56.508" v="775" actId="20577"/>
          <ac:spMkLst>
            <pc:docMk/>
            <pc:sldMk cId="825024361" sldId="390"/>
            <ac:spMk id="50" creationId="{00130A77-3743-4457-8C0B-EC5FEDC83C56}"/>
          </ac:spMkLst>
        </pc:spChg>
        <pc:spChg chg="mod">
          <ac:chgData name="chaimaa nmiyesse" userId="ab81736aff8c03c2" providerId="Windows Live" clId="Web-{0CDFC9B4-1AA0-4382-8F03-D20A89DDC2D2}" dt="2021-08-15T18:45:04.943" v="742" actId="20577"/>
          <ac:spMkLst>
            <pc:docMk/>
            <pc:sldMk cId="825024361" sldId="390"/>
            <ac:spMk id="53" creationId="{2638D333-2899-4B15-97F7-9A9C674532DD}"/>
          </ac:spMkLst>
        </pc:spChg>
        <pc:spChg chg="mod">
          <ac:chgData name="chaimaa nmiyesse" userId="ab81736aff8c03c2" providerId="Windows Live" clId="Web-{0CDFC9B4-1AA0-4382-8F03-D20A89DDC2D2}" dt="2021-08-15T18:46:02.118" v="779" actId="20577"/>
          <ac:spMkLst>
            <pc:docMk/>
            <pc:sldMk cId="825024361" sldId="390"/>
            <ac:spMk id="54" creationId="{F173C4FE-E7AD-48D8-8CA1-458C310E67FA}"/>
          </ac:spMkLst>
        </pc:spChg>
        <pc:spChg chg="mod">
          <ac:chgData name="chaimaa nmiyesse" userId="ab81736aff8c03c2" providerId="Windows Live" clId="Web-{0CDFC9B4-1AA0-4382-8F03-D20A89DDC2D2}" dt="2021-08-15T21:31:44.722" v="796" actId="14100"/>
          <ac:spMkLst>
            <pc:docMk/>
            <pc:sldMk cId="825024361" sldId="390"/>
            <ac:spMk id="57" creationId="{3097ADBA-9AC5-4419-8F26-2E7B3B38BCE2}"/>
          </ac:spMkLst>
        </pc:spChg>
        <pc:spChg chg="mod">
          <ac:chgData name="chaimaa nmiyesse" userId="ab81736aff8c03c2" providerId="Windows Live" clId="Web-{0CDFC9B4-1AA0-4382-8F03-D20A89DDC2D2}" dt="2021-08-15T18:45:59.524" v="777" actId="20577"/>
          <ac:spMkLst>
            <pc:docMk/>
            <pc:sldMk cId="825024361" sldId="390"/>
            <ac:spMk id="58" creationId="{5F525106-C154-4633-9464-D44EAEEFCBB9}"/>
          </ac:spMkLst>
        </pc:spChg>
        <pc:spChg chg="mod">
          <ac:chgData name="chaimaa nmiyesse" userId="ab81736aff8c03c2" providerId="Windows Live" clId="Web-{0CDFC9B4-1AA0-4382-8F03-D20A89DDC2D2}" dt="2021-08-16T08:35:23.442" v="1649" actId="20577"/>
          <ac:spMkLst>
            <pc:docMk/>
            <pc:sldMk cId="825024361" sldId="390"/>
            <ac:spMk id="61" creationId="{DDD7DE69-B70E-495B-B90C-F0940B93707B}"/>
          </ac:spMkLst>
        </pc:spChg>
        <pc:spChg chg="mod">
          <ac:chgData name="chaimaa nmiyesse" userId="ab81736aff8c03c2" providerId="Windows Live" clId="Web-{0CDFC9B4-1AA0-4382-8F03-D20A89DDC2D2}" dt="2021-08-15T18:45:53.211" v="773" actId="20577"/>
          <ac:spMkLst>
            <pc:docMk/>
            <pc:sldMk cId="825024361" sldId="390"/>
            <ac:spMk id="62" creationId="{E19513E5-2382-478E-A669-7A73B7648D0F}"/>
          </ac:spMkLst>
        </pc:spChg>
        <pc:grpChg chg="add del mod">
          <ac:chgData name="chaimaa nmiyesse" userId="ab81736aff8c03c2" providerId="Windows Live" clId="Web-{0CDFC9B4-1AA0-4382-8F03-D20A89DDC2D2}" dt="2021-08-15T18:30:26.298" v="638"/>
          <ac:grpSpMkLst>
            <pc:docMk/>
            <pc:sldMk cId="825024361" sldId="390"/>
            <ac:grpSpMk id="8" creationId="{AFA08611-0384-4031-84C3-5F5F3A129743}"/>
          </ac:grpSpMkLst>
        </pc:grpChg>
        <pc:grpChg chg="add del mod">
          <ac:chgData name="chaimaa nmiyesse" userId="ab81736aff8c03c2" providerId="Windows Live" clId="Web-{0CDFC9B4-1AA0-4382-8F03-D20A89DDC2D2}" dt="2021-08-15T18:30:26.329" v="639"/>
          <ac:grpSpMkLst>
            <pc:docMk/>
            <pc:sldMk cId="825024361" sldId="390"/>
            <ac:grpSpMk id="9" creationId="{2BD7DA39-6CFA-470A-A05C-E881BF99D6B3}"/>
          </ac:grpSpMkLst>
        </pc:grpChg>
        <pc:grpChg chg="add del mod">
          <ac:chgData name="chaimaa nmiyesse" userId="ab81736aff8c03c2" providerId="Windows Live" clId="Web-{0CDFC9B4-1AA0-4382-8F03-D20A89DDC2D2}" dt="2021-08-15T18:36:35.833" v="665"/>
          <ac:grpSpMkLst>
            <pc:docMk/>
            <pc:sldMk cId="825024361" sldId="390"/>
            <ac:grpSpMk id="15" creationId="{B00173C1-6CA7-40FE-9459-88AB5CA31AFB}"/>
          </ac:grpSpMkLst>
        </pc:grpChg>
        <pc:grpChg chg="del">
          <ac:chgData name="chaimaa nmiyesse" userId="ab81736aff8c03c2" providerId="Windows Live" clId="Web-{0CDFC9B4-1AA0-4382-8F03-D20A89DDC2D2}" dt="2021-08-15T18:33:53.527" v="650"/>
          <ac:grpSpMkLst>
            <pc:docMk/>
            <pc:sldMk cId="825024361" sldId="390"/>
            <ac:grpSpMk id="17" creationId="{3132186B-A77F-4F33-A79D-48AD6C16AF7C}"/>
          </ac:grpSpMkLst>
        </pc:grpChg>
        <pc:grpChg chg="add del mod">
          <ac:chgData name="chaimaa nmiyesse" userId="ab81736aff8c03c2" providerId="Windows Live" clId="Web-{0CDFC9B4-1AA0-4382-8F03-D20A89DDC2D2}" dt="2021-08-15T18:39:09.440" v="681"/>
          <ac:grpSpMkLst>
            <pc:docMk/>
            <pc:sldMk cId="825024361" sldId="390"/>
            <ac:grpSpMk id="21" creationId="{F92ED5CE-9677-46E3-80DB-A29D84921A5A}"/>
          </ac:grpSpMkLst>
        </pc:grpChg>
        <pc:grpChg chg="del">
          <ac:chgData name="chaimaa nmiyesse" userId="ab81736aff8c03c2" providerId="Windows Live" clId="Web-{0CDFC9B4-1AA0-4382-8F03-D20A89DDC2D2}" dt="2021-08-15T18:35:05.172" v="657"/>
          <ac:grpSpMkLst>
            <pc:docMk/>
            <pc:sldMk cId="825024361" sldId="390"/>
            <ac:grpSpMk id="23" creationId="{45B6EB43-421C-4500-852F-1B138A565325}"/>
          </ac:grpSpMkLst>
        </pc:grpChg>
        <pc:grpChg chg="add del mod">
          <ac:chgData name="chaimaa nmiyesse" userId="ab81736aff8c03c2" providerId="Windows Live" clId="Web-{0CDFC9B4-1AA0-4382-8F03-D20A89DDC2D2}" dt="2021-08-15T18:39:06.080" v="680"/>
          <ac:grpSpMkLst>
            <pc:docMk/>
            <pc:sldMk cId="825024361" sldId="390"/>
            <ac:grpSpMk id="27" creationId="{28752EF2-7496-4C4B-97EE-E1E45555CF9D}"/>
          </ac:grpSpMkLst>
        </pc:grpChg>
        <pc:grpChg chg="del">
          <ac:chgData name="chaimaa nmiyesse" userId="ab81736aff8c03c2" providerId="Windows Live" clId="Web-{0CDFC9B4-1AA0-4382-8F03-D20A89DDC2D2}" dt="2021-08-15T18:34:37.233" v="656"/>
          <ac:grpSpMkLst>
            <pc:docMk/>
            <pc:sldMk cId="825024361" sldId="390"/>
            <ac:grpSpMk id="29" creationId="{EF38525A-04F3-4502-AA25-14D7A49DB146}"/>
          </ac:grpSpMkLst>
        </pc:grpChg>
        <pc:grpChg chg="add mod">
          <ac:chgData name="chaimaa nmiyesse" userId="ab81736aff8c03c2" providerId="Windows Live" clId="Web-{0CDFC9B4-1AA0-4382-8F03-D20A89DDC2D2}" dt="2021-08-15T18:46:51.636" v="783" actId="1076"/>
          <ac:grpSpMkLst>
            <pc:docMk/>
            <pc:sldMk cId="825024361" sldId="390"/>
            <ac:grpSpMk id="33" creationId="{E58829FB-5A26-475B-AB8E-819FC164A974}"/>
          </ac:grpSpMkLst>
        </pc:grpChg>
        <pc:grpChg chg="del">
          <ac:chgData name="chaimaa nmiyesse" userId="ab81736aff8c03c2" providerId="Windows Live" clId="Web-{0CDFC9B4-1AA0-4382-8F03-D20A89DDC2D2}" dt="2021-08-15T18:33:47.949" v="649"/>
          <ac:grpSpMkLst>
            <pc:docMk/>
            <pc:sldMk cId="825024361" sldId="390"/>
            <ac:grpSpMk id="35" creationId="{2BB91353-C738-4B56-A2F0-0A3B6E810E21}"/>
          </ac:grpSpMkLst>
        </pc:grpChg>
        <pc:grpChg chg="add del mod">
          <ac:chgData name="chaimaa nmiyesse" userId="ab81736aff8c03c2" providerId="Windows Live" clId="Web-{0CDFC9B4-1AA0-4382-8F03-D20A89DDC2D2}" dt="2021-08-15T18:39:01.424" v="679"/>
          <ac:grpSpMkLst>
            <pc:docMk/>
            <pc:sldMk cId="825024361" sldId="390"/>
            <ac:grpSpMk id="39" creationId="{92CA264D-79EB-4D4B-A4B2-AA2311CC33CF}"/>
          </ac:grpSpMkLst>
        </pc:grpChg>
        <pc:grpChg chg="del">
          <ac:chgData name="chaimaa nmiyesse" userId="ab81736aff8c03c2" providerId="Windows Live" clId="Web-{0CDFC9B4-1AA0-4382-8F03-D20A89DDC2D2}" dt="2021-08-15T18:34:12.794" v="653"/>
          <ac:grpSpMkLst>
            <pc:docMk/>
            <pc:sldMk cId="825024361" sldId="390"/>
            <ac:grpSpMk id="41" creationId="{37B05A28-1B99-4A70-B031-CE63F8351FCD}"/>
          </ac:grpSpMkLst>
        </pc:grpChg>
        <pc:grpChg chg="add mod">
          <ac:chgData name="chaimaa nmiyesse" userId="ab81736aff8c03c2" providerId="Windows Live" clId="Web-{0CDFC9B4-1AA0-4382-8F03-D20A89DDC2D2}" dt="2021-08-15T18:47:07.293" v="785" actId="1076"/>
          <ac:grpSpMkLst>
            <pc:docMk/>
            <pc:sldMk cId="825024361" sldId="390"/>
            <ac:grpSpMk id="47" creationId="{FFF483C0-A4E1-4695-B671-66F191A917F1}"/>
          </ac:grpSpMkLst>
        </pc:grpChg>
        <pc:grpChg chg="add mod">
          <ac:chgData name="chaimaa nmiyesse" userId="ab81736aff8c03c2" providerId="Windows Live" clId="Web-{0CDFC9B4-1AA0-4382-8F03-D20A89DDC2D2}" dt="2021-08-15T18:47:33.998" v="787" actId="1076"/>
          <ac:grpSpMkLst>
            <pc:docMk/>
            <pc:sldMk cId="825024361" sldId="390"/>
            <ac:grpSpMk id="51" creationId="{CDF73E36-A380-46E8-8822-24B9315E774F}"/>
          </ac:grpSpMkLst>
        </pc:grpChg>
        <pc:grpChg chg="add mod">
          <ac:chgData name="chaimaa nmiyesse" userId="ab81736aff8c03c2" providerId="Windows Live" clId="Web-{0CDFC9B4-1AA0-4382-8F03-D20A89DDC2D2}" dt="2021-08-15T18:47:20.279" v="786" actId="1076"/>
          <ac:grpSpMkLst>
            <pc:docMk/>
            <pc:sldMk cId="825024361" sldId="390"/>
            <ac:grpSpMk id="55" creationId="{DE704338-F3CA-4EA5-998A-EEC6ACECB304}"/>
          </ac:grpSpMkLst>
        </pc:grpChg>
        <pc:grpChg chg="add mod">
          <ac:chgData name="chaimaa nmiyesse" userId="ab81736aff8c03c2" providerId="Windows Live" clId="Web-{0CDFC9B4-1AA0-4382-8F03-D20A89DDC2D2}" dt="2021-08-15T18:46:58.371" v="784" actId="1076"/>
          <ac:grpSpMkLst>
            <pc:docMk/>
            <pc:sldMk cId="825024361" sldId="390"/>
            <ac:grpSpMk id="59" creationId="{B4C19209-2A7E-427F-8BA4-7C40633426E0}"/>
          </ac:grpSpMkLst>
        </pc:grpChg>
      </pc:sldChg>
      <pc:sldChg chg="new del">
        <pc:chgData name="chaimaa nmiyesse" userId="ab81736aff8c03c2" providerId="Windows Live" clId="Web-{0CDFC9B4-1AA0-4382-8F03-D20A89DDC2D2}" dt="2021-08-15T17:22:37.077" v="279"/>
        <pc:sldMkLst>
          <pc:docMk/>
          <pc:sldMk cId="1709476095" sldId="390"/>
        </pc:sldMkLst>
      </pc:sldChg>
      <pc:sldChg chg="addSp add replId">
        <pc:chgData name="chaimaa nmiyesse" userId="ab81736aff8c03c2" providerId="Windows Live" clId="Web-{0CDFC9B4-1AA0-4382-8F03-D20A89DDC2D2}" dt="2021-08-16T08:41:38.164" v="1702"/>
        <pc:sldMkLst>
          <pc:docMk/>
          <pc:sldMk cId="501604846" sldId="391"/>
        </pc:sldMkLst>
        <pc:spChg chg="add">
          <ac:chgData name="chaimaa nmiyesse" userId="ab81736aff8c03c2" providerId="Windows Live" clId="Web-{0CDFC9B4-1AA0-4382-8F03-D20A89DDC2D2}" dt="2021-08-16T08:41:38.164" v="1702"/>
          <ac:spMkLst>
            <pc:docMk/>
            <pc:sldMk cId="501604846" sldId="391"/>
            <ac:spMk id="27" creationId="{D54E0B5E-793E-4241-B58A-C9889E00C164}"/>
          </ac:spMkLst>
        </pc:spChg>
      </pc:sldChg>
      <pc:sldChg chg="add del replId">
        <pc:chgData name="chaimaa nmiyesse" userId="ab81736aff8c03c2" providerId="Windows Live" clId="Web-{0CDFC9B4-1AA0-4382-8F03-D20A89DDC2D2}" dt="2021-08-16T01:03:59.630" v="1018"/>
        <pc:sldMkLst>
          <pc:docMk/>
          <pc:sldMk cId="1633322832" sldId="391"/>
        </pc:sldMkLst>
      </pc:sldChg>
      <pc:sldChg chg="add del replId">
        <pc:chgData name="chaimaa nmiyesse" userId="ab81736aff8c03c2" providerId="Windows Live" clId="Web-{0CDFC9B4-1AA0-4382-8F03-D20A89DDC2D2}" dt="2021-08-15T18:48:20.438" v="789"/>
        <pc:sldMkLst>
          <pc:docMk/>
          <pc:sldMk cId="3485238215" sldId="391"/>
        </pc:sldMkLst>
      </pc:sldChg>
      <pc:sldChg chg="modSp add del replId">
        <pc:chgData name="chaimaa nmiyesse" userId="ab81736aff8c03c2" providerId="Windows Live" clId="Web-{0CDFC9B4-1AA0-4382-8F03-D20A89DDC2D2}" dt="2021-08-15T18:48:12.328" v="788"/>
        <pc:sldMkLst>
          <pc:docMk/>
          <pc:sldMk cId="1364075882" sldId="392"/>
        </pc:sldMkLst>
        <pc:grpChg chg="mod">
          <ac:chgData name="chaimaa nmiyesse" userId="ab81736aff8c03c2" providerId="Windows Live" clId="Web-{0CDFC9B4-1AA0-4382-8F03-D20A89DDC2D2}" dt="2021-08-15T18:27:10.553" v="617" actId="1076"/>
          <ac:grpSpMkLst>
            <pc:docMk/>
            <pc:sldMk cId="1364075882" sldId="392"/>
            <ac:grpSpMk id="3" creationId="{47185F55-A72D-42DB-BBC9-F4AD452B64BD}"/>
          </ac:grpSpMkLst>
        </pc:grpChg>
      </pc:sldChg>
    </pc:docChg>
  </pc:docChgLst>
  <pc:docChgLst>
    <pc:chgData name="chaimaa nmiyesse" userId="ab81736aff8c03c2" providerId="Windows Live" clId="Web-{DE705710-1AD6-41AE-AAC9-3F6050211296}"/>
    <pc:docChg chg="addSld delSld modSld sldOrd modMainMaster">
      <pc:chgData name="chaimaa nmiyesse" userId="ab81736aff8c03c2" providerId="Windows Live" clId="Web-{DE705710-1AD6-41AE-AAC9-3F6050211296}" dt="2021-08-18T04:10:49.373" v="365"/>
      <pc:docMkLst>
        <pc:docMk/>
      </pc:docMkLst>
      <pc:sldChg chg="modTransition">
        <pc:chgData name="chaimaa nmiyesse" userId="ab81736aff8c03c2" providerId="Windows Live" clId="Web-{DE705710-1AD6-41AE-AAC9-3F6050211296}" dt="2021-08-18T01:53:04.642" v="36"/>
        <pc:sldMkLst>
          <pc:docMk/>
          <pc:sldMk cId="3979649407" sldId="259"/>
        </pc:sldMkLst>
      </pc:sldChg>
      <pc:sldChg chg="del">
        <pc:chgData name="chaimaa nmiyesse" userId="ab81736aff8c03c2" providerId="Windows Live" clId="Web-{DE705710-1AD6-41AE-AAC9-3F6050211296}" dt="2021-08-18T01:49:02.634" v="1"/>
        <pc:sldMkLst>
          <pc:docMk/>
          <pc:sldMk cId="141078548" sldId="260"/>
        </pc:sldMkLst>
      </pc:sldChg>
      <pc:sldChg chg="del">
        <pc:chgData name="chaimaa nmiyesse" userId="ab81736aff8c03c2" providerId="Windows Live" clId="Web-{DE705710-1AD6-41AE-AAC9-3F6050211296}" dt="2021-08-18T01:50:46.120" v="26"/>
        <pc:sldMkLst>
          <pc:docMk/>
          <pc:sldMk cId="3871885259" sldId="296"/>
        </pc:sldMkLst>
      </pc:sldChg>
      <pc:sldChg chg="del">
        <pc:chgData name="chaimaa nmiyesse" userId="ab81736aff8c03c2" providerId="Windows Live" clId="Web-{DE705710-1AD6-41AE-AAC9-3F6050211296}" dt="2021-08-18T01:49:05.962" v="2"/>
        <pc:sldMkLst>
          <pc:docMk/>
          <pc:sldMk cId="2737942562" sldId="298"/>
        </pc:sldMkLst>
      </pc:sldChg>
      <pc:sldChg chg="delSp modSp del modTransition">
        <pc:chgData name="chaimaa nmiyesse" userId="ab81736aff8c03c2" providerId="Windows Live" clId="Web-{DE705710-1AD6-41AE-AAC9-3F6050211296}" dt="2021-08-18T03:16:07.758" v="349"/>
        <pc:sldMkLst>
          <pc:docMk/>
          <pc:sldMk cId="689816630" sldId="300"/>
        </pc:sldMkLst>
        <pc:spChg chg="del mod">
          <ac:chgData name="chaimaa nmiyesse" userId="ab81736aff8c03c2" providerId="Windows Live" clId="Web-{DE705710-1AD6-41AE-AAC9-3F6050211296}" dt="2021-08-18T03:15:53.273" v="348"/>
          <ac:spMkLst>
            <pc:docMk/>
            <pc:sldMk cId="689816630" sldId="300"/>
            <ac:spMk id="3" creationId="{EFDDFE08-D1A3-4890-B395-3D514078D9E9}"/>
          </ac:spMkLst>
        </pc:spChg>
      </pc:sldChg>
      <pc:sldChg chg="del">
        <pc:chgData name="chaimaa nmiyesse" userId="ab81736aff8c03c2" providerId="Windows Live" clId="Web-{DE705710-1AD6-41AE-AAC9-3F6050211296}" dt="2021-08-18T01:51:23.187" v="34"/>
        <pc:sldMkLst>
          <pc:docMk/>
          <pc:sldMk cId="159771542" sldId="302"/>
        </pc:sldMkLst>
      </pc:sldChg>
      <pc:sldChg chg="del">
        <pc:chgData name="chaimaa nmiyesse" userId="ab81736aff8c03c2" providerId="Windows Live" clId="Web-{DE705710-1AD6-41AE-AAC9-3F6050211296}" dt="2021-08-18T01:51:07.046" v="30"/>
        <pc:sldMkLst>
          <pc:docMk/>
          <pc:sldMk cId="364121930" sldId="303"/>
        </pc:sldMkLst>
      </pc:sldChg>
      <pc:sldChg chg="del">
        <pc:chgData name="chaimaa nmiyesse" userId="ab81736aff8c03c2" providerId="Windows Live" clId="Web-{DE705710-1AD6-41AE-AAC9-3F6050211296}" dt="2021-08-18T01:51:16.062" v="32"/>
        <pc:sldMkLst>
          <pc:docMk/>
          <pc:sldMk cId="313758320" sldId="304"/>
        </pc:sldMkLst>
      </pc:sldChg>
      <pc:sldChg chg="del">
        <pc:chgData name="chaimaa nmiyesse" userId="ab81736aff8c03c2" providerId="Windows Live" clId="Web-{DE705710-1AD6-41AE-AAC9-3F6050211296}" dt="2021-08-18T01:51:13.140" v="31"/>
        <pc:sldMkLst>
          <pc:docMk/>
          <pc:sldMk cId="212682184" sldId="305"/>
        </pc:sldMkLst>
      </pc:sldChg>
      <pc:sldChg chg="del">
        <pc:chgData name="chaimaa nmiyesse" userId="ab81736aff8c03c2" providerId="Windows Live" clId="Web-{DE705710-1AD6-41AE-AAC9-3F6050211296}" dt="2021-08-18T01:51:18.718" v="33"/>
        <pc:sldMkLst>
          <pc:docMk/>
          <pc:sldMk cId="486176497" sldId="306"/>
        </pc:sldMkLst>
      </pc:sldChg>
      <pc:sldChg chg="del">
        <pc:chgData name="chaimaa nmiyesse" userId="ab81736aff8c03c2" providerId="Windows Live" clId="Web-{DE705710-1AD6-41AE-AAC9-3F6050211296}" dt="2021-08-18T01:49:13.024" v="4"/>
        <pc:sldMkLst>
          <pc:docMk/>
          <pc:sldMk cId="3423133475" sldId="307"/>
        </pc:sldMkLst>
      </pc:sldChg>
      <pc:sldChg chg="del">
        <pc:chgData name="chaimaa nmiyesse" userId="ab81736aff8c03c2" providerId="Windows Live" clId="Web-{DE705710-1AD6-41AE-AAC9-3F6050211296}" dt="2021-08-18T01:49:08.993" v="3"/>
        <pc:sldMkLst>
          <pc:docMk/>
          <pc:sldMk cId="4201278032" sldId="309"/>
        </pc:sldMkLst>
      </pc:sldChg>
      <pc:sldChg chg="del">
        <pc:chgData name="chaimaa nmiyesse" userId="ab81736aff8c03c2" providerId="Windows Live" clId="Web-{DE705710-1AD6-41AE-AAC9-3F6050211296}" dt="2021-08-18T01:50:15.604" v="21"/>
        <pc:sldMkLst>
          <pc:docMk/>
          <pc:sldMk cId="1557309788" sldId="310"/>
        </pc:sldMkLst>
      </pc:sldChg>
      <pc:sldChg chg="del">
        <pc:chgData name="chaimaa nmiyesse" userId="ab81736aff8c03c2" providerId="Windows Live" clId="Web-{DE705710-1AD6-41AE-AAC9-3F6050211296}" dt="2021-08-18T01:49:23.884" v="7"/>
        <pc:sldMkLst>
          <pc:docMk/>
          <pc:sldMk cId="1279224923" sldId="312"/>
        </pc:sldMkLst>
      </pc:sldChg>
      <pc:sldChg chg="del">
        <pc:chgData name="chaimaa nmiyesse" userId="ab81736aff8c03c2" providerId="Windows Live" clId="Web-{DE705710-1AD6-41AE-AAC9-3F6050211296}" dt="2021-08-18T01:49:16.993" v="5"/>
        <pc:sldMkLst>
          <pc:docMk/>
          <pc:sldMk cId="3827296069" sldId="313"/>
        </pc:sldMkLst>
      </pc:sldChg>
      <pc:sldChg chg="del">
        <pc:chgData name="chaimaa nmiyesse" userId="ab81736aff8c03c2" providerId="Windows Live" clId="Web-{DE705710-1AD6-41AE-AAC9-3F6050211296}" dt="2021-08-18T01:49:33.025" v="9"/>
        <pc:sldMkLst>
          <pc:docMk/>
          <pc:sldMk cId="1560353361" sldId="315"/>
        </pc:sldMkLst>
      </pc:sldChg>
      <pc:sldChg chg="del">
        <pc:chgData name="chaimaa nmiyesse" userId="ab81736aff8c03c2" providerId="Windows Live" clId="Web-{DE705710-1AD6-41AE-AAC9-3F6050211296}" dt="2021-08-18T01:49:36.166" v="10"/>
        <pc:sldMkLst>
          <pc:docMk/>
          <pc:sldMk cId="4184600926" sldId="316"/>
        </pc:sldMkLst>
      </pc:sldChg>
      <pc:sldChg chg="del">
        <pc:chgData name="chaimaa nmiyesse" userId="ab81736aff8c03c2" providerId="Windows Live" clId="Web-{DE705710-1AD6-41AE-AAC9-3F6050211296}" dt="2021-08-18T01:49:20.165" v="6"/>
        <pc:sldMkLst>
          <pc:docMk/>
          <pc:sldMk cId="624695530" sldId="318"/>
        </pc:sldMkLst>
      </pc:sldChg>
      <pc:sldChg chg="del">
        <pc:chgData name="chaimaa nmiyesse" userId="ab81736aff8c03c2" providerId="Windows Live" clId="Web-{DE705710-1AD6-41AE-AAC9-3F6050211296}" dt="2021-08-18T01:49:39.244" v="11"/>
        <pc:sldMkLst>
          <pc:docMk/>
          <pc:sldMk cId="1693104180" sldId="319"/>
        </pc:sldMkLst>
      </pc:sldChg>
      <pc:sldChg chg="modTransition">
        <pc:chgData name="chaimaa nmiyesse" userId="ab81736aff8c03c2" providerId="Windows Live" clId="Web-{DE705710-1AD6-41AE-AAC9-3F6050211296}" dt="2021-08-18T01:53:04.642" v="36"/>
        <pc:sldMkLst>
          <pc:docMk/>
          <pc:sldMk cId="608993516" sldId="320"/>
        </pc:sldMkLst>
      </pc:sldChg>
      <pc:sldChg chg="del">
        <pc:chgData name="chaimaa nmiyesse" userId="ab81736aff8c03c2" providerId="Windows Live" clId="Web-{DE705710-1AD6-41AE-AAC9-3F6050211296}" dt="2021-08-18T01:49:45.838" v="13"/>
        <pc:sldMkLst>
          <pc:docMk/>
          <pc:sldMk cId="848212632" sldId="321"/>
        </pc:sldMkLst>
      </pc:sldChg>
      <pc:sldChg chg="del">
        <pc:chgData name="chaimaa nmiyesse" userId="ab81736aff8c03c2" providerId="Windows Live" clId="Web-{DE705710-1AD6-41AE-AAC9-3F6050211296}" dt="2021-08-18T01:49:50.135" v="14"/>
        <pc:sldMkLst>
          <pc:docMk/>
          <pc:sldMk cId="184736873" sldId="322"/>
        </pc:sldMkLst>
      </pc:sldChg>
      <pc:sldChg chg="del">
        <pc:chgData name="chaimaa nmiyesse" userId="ab81736aff8c03c2" providerId="Windows Live" clId="Web-{DE705710-1AD6-41AE-AAC9-3F6050211296}" dt="2021-08-18T01:49:56.057" v="15"/>
        <pc:sldMkLst>
          <pc:docMk/>
          <pc:sldMk cId="277452217" sldId="323"/>
        </pc:sldMkLst>
      </pc:sldChg>
      <pc:sldChg chg="del">
        <pc:chgData name="chaimaa nmiyesse" userId="ab81736aff8c03c2" providerId="Windows Live" clId="Web-{DE705710-1AD6-41AE-AAC9-3F6050211296}" dt="2021-08-18T01:49:59.541" v="16"/>
        <pc:sldMkLst>
          <pc:docMk/>
          <pc:sldMk cId="1193403196" sldId="324"/>
        </pc:sldMkLst>
      </pc:sldChg>
      <pc:sldChg chg="del">
        <pc:chgData name="chaimaa nmiyesse" userId="ab81736aff8c03c2" providerId="Windows Live" clId="Web-{DE705710-1AD6-41AE-AAC9-3F6050211296}" dt="2021-08-18T01:50:03.416" v="17"/>
        <pc:sldMkLst>
          <pc:docMk/>
          <pc:sldMk cId="1198383687" sldId="325"/>
        </pc:sldMkLst>
      </pc:sldChg>
      <pc:sldChg chg="del">
        <pc:chgData name="chaimaa nmiyesse" userId="ab81736aff8c03c2" providerId="Windows Live" clId="Web-{DE705710-1AD6-41AE-AAC9-3F6050211296}" dt="2021-08-18T01:50:09.526" v="19"/>
        <pc:sldMkLst>
          <pc:docMk/>
          <pc:sldMk cId="401886799" sldId="327"/>
        </pc:sldMkLst>
      </pc:sldChg>
      <pc:sldChg chg="del">
        <pc:chgData name="chaimaa nmiyesse" userId="ab81736aff8c03c2" providerId="Windows Live" clId="Web-{DE705710-1AD6-41AE-AAC9-3F6050211296}" dt="2021-08-18T01:50:12.807" v="20"/>
        <pc:sldMkLst>
          <pc:docMk/>
          <pc:sldMk cId="1309782655" sldId="328"/>
        </pc:sldMkLst>
      </pc:sldChg>
      <pc:sldChg chg="del">
        <pc:chgData name="chaimaa nmiyesse" userId="ab81736aff8c03c2" providerId="Windows Live" clId="Web-{DE705710-1AD6-41AE-AAC9-3F6050211296}" dt="2021-08-18T01:50:19.463" v="22"/>
        <pc:sldMkLst>
          <pc:docMk/>
          <pc:sldMk cId="2237534520" sldId="331"/>
        </pc:sldMkLst>
      </pc:sldChg>
      <pc:sldChg chg="del">
        <pc:chgData name="chaimaa nmiyesse" userId="ab81736aff8c03c2" providerId="Windows Live" clId="Web-{DE705710-1AD6-41AE-AAC9-3F6050211296}" dt="2021-08-18T01:49:43.822" v="12"/>
        <pc:sldMkLst>
          <pc:docMk/>
          <pc:sldMk cId="3223665472" sldId="332"/>
        </pc:sldMkLst>
      </pc:sldChg>
      <pc:sldChg chg="del">
        <pc:chgData name="chaimaa nmiyesse" userId="ab81736aff8c03c2" providerId="Windows Live" clId="Web-{DE705710-1AD6-41AE-AAC9-3F6050211296}" dt="2021-08-18T01:50:23.260" v="23"/>
        <pc:sldMkLst>
          <pc:docMk/>
          <pc:sldMk cId="3940008774" sldId="333"/>
        </pc:sldMkLst>
      </pc:sldChg>
      <pc:sldChg chg="del">
        <pc:chgData name="chaimaa nmiyesse" userId="ab81736aff8c03c2" providerId="Windows Live" clId="Web-{DE705710-1AD6-41AE-AAC9-3F6050211296}" dt="2021-08-18T01:50:36.073" v="24"/>
        <pc:sldMkLst>
          <pc:docMk/>
          <pc:sldMk cId="2682271074" sldId="334"/>
        </pc:sldMkLst>
      </pc:sldChg>
      <pc:sldChg chg="del">
        <pc:chgData name="chaimaa nmiyesse" userId="ab81736aff8c03c2" providerId="Windows Live" clId="Web-{DE705710-1AD6-41AE-AAC9-3F6050211296}" dt="2021-08-18T01:48:58.149" v="0"/>
        <pc:sldMkLst>
          <pc:docMk/>
          <pc:sldMk cId="4005271684" sldId="336"/>
        </pc:sldMkLst>
      </pc:sldChg>
      <pc:sldChg chg="del">
        <pc:chgData name="chaimaa nmiyesse" userId="ab81736aff8c03c2" providerId="Windows Live" clId="Web-{DE705710-1AD6-41AE-AAC9-3F6050211296}" dt="2021-08-18T01:50:43.292" v="25"/>
        <pc:sldMkLst>
          <pc:docMk/>
          <pc:sldMk cId="3428028254" sldId="337"/>
        </pc:sldMkLst>
      </pc:sldChg>
      <pc:sldChg chg="del">
        <pc:chgData name="chaimaa nmiyesse" userId="ab81736aff8c03c2" providerId="Windows Live" clId="Web-{DE705710-1AD6-41AE-AAC9-3F6050211296}" dt="2021-08-18T01:50:49.667" v="27"/>
        <pc:sldMkLst>
          <pc:docMk/>
          <pc:sldMk cId="4157788945" sldId="339"/>
        </pc:sldMkLst>
      </pc:sldChg>
      <pc:sldChg chg="del">
        <pc:chgData name="chaimaa nmiyesse" userId="ab81736aff8c03c2" providerId="Windows Live" clId="Web-{DE705710-1AD6-41AE-AAC9-3F6050211296}" dt="2021-08-18T01:50:52.827" v="28"/>
        <pc:sldMkLst>
          <pc:docMk/>
          <pc:sldMk cId="3183651750" sldId="340"/>
        </pc:sldMkLst>
      </pc:sldChg>
      <pc:sldChg chg="del">
        <pc:chgData name="chaimaa nmiyesse" userId="ab81736aff8c03c2" providerId="Windows Live" clId="Web-{DE705710-1AD6-41AE-AAC9-3F6050211296}" dt="2021-08-18T01:51:01.108" v="29"/>
        <pc:sldMkLst>
          <pc:docMk/>
          <pc:sldMk cId="821656516" sldId="346"/>
        </pc:sldMkLst>
      </pc:sldChg>
      <pc:sldChg chg="modTransition">
        <pc:chgData name="chaimaa nmiyesse" userId="ab81736aff8c03c2" providerId="Windows Live" clId="Web-{DE705710-1AD6-41AE-AAC9-3F6050211296}" dt="2021-08-18T01:53:04.642" v="36"/>
        <pc:sldMkLst>
          <pc:docMk/>
          <pc:sldMk cId="1306974338" sldId="350"/>
        </pc:sldMkLst>
      </pc:sldChg>
      <pc:sldChg chg="del">
        <pc:chgData name="chaimaa nmiyesse" userId="ab81736aff8c03c2" providerId="Windows Live" clId="Web-{DE705710-1AD6-41AE-AAC9-3F6050211296}" dt="2021-08-18T01:49:28.869" v="8"/>
        <pc:sldMkLst>
          <pc:docMk/>
          <pc:sldMk cId="1281754659" sldId="360"/>
        </pc:sldMkLst>
      </pc:sldChg>
      <pc:sldChg chg="del">
        <pc:chgData name="chaimaa nmiyesse" userId="ab81736aff8c03c2" providerId="Windows Live" clId="Web-{DE705710-1AD6-41AE-AAC9-3F6050211296}" dt="2021-08-18T01:50:06.604" v="18"/>
        <pc:sldMkLst>
          <pc:docMk/>
          <pc:sldMk cId="1127854712" sldId="385"/>
        </pc:sldMkLst>
      </pc:sldChg>
      <pc:sldChg chg="modTransition">
        <pc:chgData name="chaimaa nmiyesse" userId="ab81736aff8c03c2" providerId="Windows Live" clId="Web-{DE705710-1AD6-41AE-AAC9-3F6050211296}" dt="2021-08-18T01:53:04.642" v="36"/>
        <pc:sldMkLst>
          <pc:docMk/>
          <pc:sldMk cId="116032379" sldId="387"/>
        </pc:sldMkLst>
      </pc:sldChg>
      <pc:sldChg chg="addSp delSp modSp ord modTransition delAnim">
        <pc:chgData name="chaimaa nmiyesse" userId="ab81736aff8c03c2" providerId="Windows Live" clId="Web-{DE705710-1AD6-41AE-AAC9-3F6050211296}" dt="2021-08-18T03:14:22.833" v="340" actId="1076"/>
        <pc:sldMkLst>
          <pc:docMk/>
          <pc:sldMk cId="3708753911" sldId="388"/>
        </pc:sldMkLst>
        <pc:spChg chg="add mod">
          <ac:chgData name="chaimaa nmiyesse" userId="ab81736aff8c03c2" providerId="Windows Live" clId="Web-{DE705710-1AD6-41AE-AAC9-3F6050211296}" dt="2021-08-18T03:12:16.096" v="303" actId="1076"/>
          <ac:spMkLst>
            <pc:docMk/>
            <pc:sldMk cId="3708753911" sldId="388"/>
            <ac:spMk id="2" creationId="{70B52FCD-81CD-4296-82E7-C1BE795FD1B3}"/>
          </ac:spMkLst>
        </pc:spChg>
        <pc:spChg chg="add mod">
          <ac:chgData name="chaimaa nmiyesse" userId="ab81736aff8c03c2" providerId="Windows Live" clId="Web-{DE705710-1AD6-41AE-AAC9-3F6050211296}" dt="2021-08-18T03:14:05.895" v="336" actId="1076"/>
          <ac:spMkLst>
            <pc:docMk/>
            <pc:sldMk cId="3708753911" sldId="388"/>
            <ac:spMk id="5" creationId="{660C3AFD-FD33-41F2-AF88-18BC1CD8FDFD}"/>
          </ac:spMkLst>
        </pc:spChg>
        <pc:picChg chg="mod">
          <ac:chgData name="chaimaa nmiyesse" userId="ab81736aff8c03c2" providerId="Windows Live" clId="Web-{DE705710-1AD6-41AE-AAC9-3F6050211296}" dt="2021-08-18T03:14:18.817" v="339" actId="1076"/>
          <ac:picMkLst>
            <pc:docMk/>
            <pc:sldMk cId="3708753911" sldId="388"/>
            <ac:picMk id="3" creationId="{BD678B6B-189E-4A32-BB45-20062D78A5EB}"/>
          </ac:picMkLst>
        </pc:picChg>
        <pc:picChg chg="mod">
          <ac:chgData name="chaimaa nmiyesse" userId="ab81736aff8c03c2" providerId="Windows Live" clId="Web-{DE705710-1AD6-41AE-AAC9-3F6050211296}" dt="2021-08-18T03:08:35.903" v="276" actId="1076"/>
          <ac:picMkLst>
            <pc:docMk/>
            <pc:sldMk cId="3708753911" sldId="388"/>
            <ac:picMk id="4" creationId="{F1BFBE5B-FC72-4571-8005-C78008098C77}"/>
          </ac:picMkLst>
        </pc:picChg>
        <pc:picChg chg="del">
          <ac:chgData name="chaimaa nmiyesse" userId="ab81736aff8c03c2" providerId="Windows Live" clId="Web-{DE705710-1AD6-41AE-AAC9-3F6050211296}" dt="2021-08-18T03:08:01.903" v="264"/>
          <ac:picMkLst>
            <pc:docMk/>
            <pc:sldMk cId="3708753911" sldId="388"/>
            <ac:picMk id="6" creationId="{A32F4327-2C44-474F-8E0B-D33534E50E26}"/>
          </ac:picMkLst>
        </pc:picChg>
        <pc:picChg chg="mod">
          <ac:chgData name="chaimaa nmiyesse" userId="ab81736aff8c03c2" providerId="Windows Live" clId="Web-{DE705710-1AD6-41AE-AAC9-3F6050211296}" dt="2021-08-18T03:12:41.456" v="312" actId="1076"/>
          <ac:picMkLst>
            <pc:docMk/>
            <pc:sldMk cId="3708753911" sldId="388"/>
            <ac:picMk id="11" creationId="{B14EEE00-B488-43B5-B9AE-55C3865A712B}"/>
          </ac:picMkLst>
        </pc:picChg>
        <pc:picChg chg="mod">
          <ac:chgData name="chaimaa nmiyesse" userId="ab81736aff8c03c2" providerId="Windows Live" clId="Web-{DE705710-1AD6-41AE-AAC9-3F6050211296}" dt="2021-08-18T03:14:22.833" v="340" actId="1076"/>
          <ac:picMkLst>
            <pc:docMk/>
            <pc:sldMk cId="3708753911" sldId="388"/>
            <ac:picMk id="18" creationId="{5CBCBF0E-EEBB-48C9-B06C-169132280ABE}"/>
          </ac:picMkLst>
        </pc:picChg>
        <pc:picChg chg="mod">
          <ac:chgData name="chaimaa nmiyesse" userId="ab81736aff8c03c2" providerId="Windows Live" clId="Web-{DE705710-1AD6-41AE-AAC9-3F6050211296}" dt="2021-08-18T03:14:14.302" v="337" actId="1076"/>
          <ac:picMkLst>
            <pc:docMk/>
            <pc:sldMk cId="3708753911" sldId="388"/>
            <ac:picMk id="19" creationId="{8FA48E39-CA92-4A83-BC9E-3516E9D8E19B}"/>
          </ac:picMkLst>
        </pc:picChg>
        <pc:picChg chg="mod">
          <ac:chgData name="chaimaa nmiyesse" userId="ab81736aff8c03c2" providerId="Windows Live" clId="Web-{DE705710-1AD6-41AE-AAC9-3F6050211296}" dt="2021-08-18T03:14:17.317" v="338" actId="1076"/>
          <ac:picMkLst>
            <pc:docMk/>
            <pc:sldMk cId="3708753911" sldId="388"/>
            <ac:picMk id="24" creationId="{EE5DDC3F-65A4-4650-91E3-F85FFEC14637}"/>
          </ac:picMkLst>
        </pc:picChg>
        <pc:picChg chg="mod">
          <ac:chgData name="chaimaa nmiyesse" userId="ab81736aff8c03c2" providerId="Windows Live" clId="Web-{DE705710-1AD6-41AE-AAC9-3F6050211296}" dt="2021-08-18T03:12:45.893" v="314" actId="1076"/>
          <ac:picMkLst>
            <pc:docMk/>
            <pc:sldMk cId="3708753911" sldId="388"/>
            <ac:picMk id="25" creationId="{755E44BE-9F10-4667-ABFC-B6018A3BB7C5}"/>
          </ac:picMkLst>
        </pc:picChg>
      </pc:sldChg>
      <pc:sldChg chg="modTransition">
        <pc:chgData name="chaimaa nmiyesse" userId="ab81736aff8c03c2" providerId="Windows Live" clId="Web-{DE705710-1AD6-41AE-AAC9-3F6050211296}" dt="2021-08-18T01:53:04.642" v="36"/>
        <pc:sldMkLst>
          <pc:docMk/>
          <pc:sldMk cId="825024361" sldId="390"/>
        </pc:sldMkLst>
      </pc:sldChg>
      <pc:sldChg chg="addSp delSp modSp modTransition">
        <pc:chgData name="chaimaa nmiyesse" userId="ab81736aff8c03c2" providerId="Windows Live" clId="Web-{DE705710-1AD6-41AE-AAC9-3F6050211296}" dt="2021-08-18T03:05:58.055" v="228" actId="20577"/>
        <pc:sldMkLst>
          <pc:docMk/>
          <pc:sldMk cId="362939953" sldId="392"/>
        </pc:sldMkLst>
        <pc:spChg chg="add mod">
          <ac:chgData name="chaimaa nmiyesse" userId="ab81736aff8c03c2" providerId="Windows Live" clId="Web-{DE705710-1AD6-41AE-AAC9-3F6050211296}" dt="2021-08-18T03:03:48.583" v="186" actId="1076"/>
          <ac:spMkLst>
            <pc:docMk/>
            <pc:sldMk cId="362939953" sldId="392"/>
            <ac:spMk id="3" creationId="{6BBD0D67-55B6-4BF5-BB93-4A20FB1C8758}"/>
          </ac:spMkLst>
        </pc:spChg>
        <pc:spChg chg="add mod">
          <ac:chgData name="chaimaa nmiyesse" userId="ab81736aff8c03c2" providerId="Windows Live" clId="Web-{DE705710-1AD6-41AE-AAC9-3F6050211296}" dt="2021-08-18T03:05:58.055" v="228" actId="20577"/>
          <ac:spMkLst>
            <pc:docMk/>
            <pc:sldMk cId="362939953" sldId="392"/>
            <ac:spMk id="6" creationId="{BC0EAC1F-49AB-43B7-ABAA-42CC647D3D79}"/>
          </ac:spMkLst>
        </pc:spChg>
        <pc:spChg chg="del">
          <ac:chgData name="chaimaa nmiyesse" userId="ab81736aff8c03c2" providerId="Windows Live" clId="Web-{DE705710-1AD6-41AE-AAC9-3F6050211296}" dt="2021-08-18T01:58:23.687" v="38"/>
          <ac:spMkLst>
            <pc:docMk/>
            <pc:sldMk cId="362939953" sldId="392"/>
            <ac:spMk id="7" creationId="{5F879AC3-D4CE-493C-ADC7-06205677F4F8}"/>
          </ac:spMkLst>
        </pc:spChg>
        <pc:spChg chg="del">
          <ac:chgData name="chaimaa nmiyesse" userId="ab81736aff8c03c2" providerId="Windows Live" clId="Web-{DE705710-1AD6-41AE-AAC9-3F6050211296}" dt="2021-08-18T01:58:23.687" v="38"/>
          <ac:spMkLst>
            <pc:docMk/>
            <pc:sldMk cId="362939953" sldId="392"/>
            <ac:spMk id="9" creationId="{736F0DFD-0954-464F-BF12-DD2E6F6E0380}"/>
          </ac:spMkLst>
        </pc:spChg>
        <pc:spChg chg="add">
          <ac:chgData name="chaimaa nmiyesse" userId="ab81736aff8c03c2" providerId="Windows Live" clId="Web-{DE705710-1AD6-41AE-AAC9-3F6050211296}" dt="2021-08-18T01:58:23.687" v="38"/>
          <ac:spMkLst>
            <pc:docMk/>
            <pc:sldMk cId="362939953" sldId="392"/>
            <ac:spMk id="14" creationId="{F3060C83-F051-4F0E-ABAD-AA0DFC48B218}"/>
          </ac:spMkLst>
        </pc:spChg>
        <pc:spChg chg="add">
          <ac:chgData name="chaimaa nmiyesse" userId="ab81736aff8c03c2" providerId="Windows Live" clId="Web-{DE705710-1AD6-41AE-AAC9-3F6050211296}" dt="2021-08-18T01:58:23.687" v="38"/>
          <ac:spMkLst>
            <pc:docMk/>
            <pc:sldMk cId="362939953" sldId="392"/>
            <ac:spMk id="16" creationId="{83C98ABE-055B-441F-B07E-44F97F083C39}"/>
          </ac:spMkLst>
        </pc:spChg>
        <pc:spChg chg="add">
          <ac:chgData name="chaimaa nmiyesse" userId="ab81736aff8c03c2" providerId="Windows Live" clId="Web-{DE705710-1AD6-41AE-AAC9-3F6050211296}" dt="2021-08-18T01:58:23.687" v="38"/>
          <ac:spMkLst>
            <pc:docMk/>
            <pc:sldMk cId="362939953" sldId="392"/>
            <ac:spMk id="18" creationId="{29FDB030-9B49-4CED-8CCD-4D99382388AC}"/>
          </ac:spMkLst>
        </pc:spChg>
        <pc:spChg chg="add">
          <ac:chgData name="chaimaa nmiyesse" userId="ab81736aff8c03c2" providerId="Windows Live" clId="Web-{DE705710-1AD6-41AE-AAC9-3F6050211296}" dt="2021-08-18T01:58:23.687" v="38"/>
          <ac:spMkLst>
            <pc:docMk/>
            <pc:sldMk cId="362939953" sldId="392"/>
            <ac:spMk id="20" creationId="{3783CA14-24A1-485C-8B30-D6A5D87987AD}"/>
          </ac:spMkLst>
        </pc:spChg>
        <pc:spChg chg="add">
          <ac:chgData name="chaimaa nmiyesse" userId="ab81736aff8c03c2" providerId="Windows Live" clId="Web-{DE705710-1AD6-41AE-AAC9-3F6050211296}" dt="2021-08-18T01:58:23.687" v="38"/>
          <ac:spMkLst>
            <pc:docMk/>
            <pc:sldMk cId="362939953" sldId="392"/>
            <ac:spMk id="22" creationId="{9A97C86A-04D6-40F7-AE84-31AB43E6A846}"/>
          </ac:spMkLst>
        </pc:spChg>
        <pc:spChg chg="add">
          <ac:chgData name="chaimaa nmiyesse" userId="ab81736aff8c03c2" providerId="Windows Live" clId="Web-{DE705710-1AD6-41AE-AAC9-3F6050211296}" dt="2021-08-18T01:58:23.687" v="38"/>
          <ac:spMkLst>
            <pc:docMk/>
            <pc:sldMk cId="362939953" sldId="392"/>
            <ac:spMk id="24" creationId="{FF9F2414-84E8-453E-B1F3-389FDE8192D9}"/>
          </ac:spMkLst>
        </pc:spChg>
        <pc:spChg chg="add">
          <ac:chgData name="chaimaa nmiyesse" userId="ab81736aff8c03c2" providerId="Windows Live" clId="Web-{DE705710-1AD6-41AE-AAC9-3F6050211296}" dt="2021-08-18T01:58:23.687" v="38"/>
          <ac:spMkLst>
            <pc:docMk/>
            <pc:sldMk cId="362939953" sldId="392"/>
            <ac:spMk id="26" creationId="{3ECA69A1-7536-43AC-85EF-C7106179F5ED}"/>
          </ac:spMkLst>
        </pc:spChg>
        <pc:picChg chg="del mod">
          <ac:chgData name="chaimaa nmiyesse" userId="ab81736aff8c03c2" providerId="Windows Live" clId="Web-{DE705710-1AD6-41AE-AAC9-3F6050211296}" dt="2021-08-18T03:01:55.080" v="168"/>
          <ac:picMkLst>
            <pc:docMk/>
            <pc:sldMk cId="362939953" sldId="392"/>
            <ac:picMk id="2" creationId="{F36144C8-0F3E-42CE-944C-3D1B15C37CEC}"/>
          </ac:picMkLst>
        </pc:picChg>
        <pc:picChg chg="add mod">
          <ac:chgData name="chaimaa nmiyesse" userId="ab81736aff8c03c2" providerId="Windows Live" clId="Web-{DE705710-1AD6-41AE-AAC9-3F6050211296}" dt="2021-08-18T03:05:11.335" v="220" actId="14100"/>
          <ac:picMkLst>
            <pc:docMk/>
            <pc:sldMk cId="362939953" sldId="392"/>
            <ac:picMk id="4" creationId="{342CB1D0-908A-4E88-A263-23A16AD37AC2}"/>
          </ac:picMkLst>
        </pc:picChg>
        <pc:picChg chg="add mod">
          <ac:chgData name="chaimaa nmiyesse" userId="ab81736aff8c03c2" providerId="Windows Live" clId="Web-{DE705710-1AD6-41AE-AAC9-3F6050211296}" dt="2021-08-18T03:05:19.335" v="221" actId="1076"/>
          <ac:picMkLst>
            <pc:docMk/>
            <pc:sldMk cId="362939953" sldId="392"/>
            <ac:picMk id="5" creationId="{0FA34347-84CB-42AE-B91B-F766901B4455}"/>
          </ac:picMkLst>
        </pc:picChg>
      </pc:sldChg>
      <pc:sldChg chg="delSp modSp del modTransition">
        <pc:chgData name="chaimaa nmiyesse" userId="ab81736aff8c03c2" providerId="Windows Live" clId="Web-{DE705710-1AD6-41AE-AAC9-3F6050211296}" dt="2021-08-18T03:06:57.807" v="253"/>
        <pc:sldMkLst>
          <pc:docMk/>
          <pc:sldMk cId="1022564768" sldId="393"/>
        </pc:sldMkLst>
        <pc:spChg chg="mod">
          <ac:chgData name="chaimaa nmiyesse" userId="ab81736aff8c03c2" providerId="Windows Live" clId="Web-{DE705710-1AD6-41AE-AAC9-3F6050211296}" dt="2021-08-18T02:19:58.326" v="112" actId="1076"/>
          <ac:spMkLst>
            <pc:docMk/>
            <pc:sldMk cId="1022564768" sldId="393"/>
            <ac:spMk id="5" creationId="{2E49FD06-2851-41CC-B0C2-AB1E99A3130A}"/>
          </ac:spMkLst>
        </pc:spChg>
        <pc:picChg chg="del mod">
          <ac:chgData name="chaimaa nmiyesse" userId="ab81736aff8c03c2" providerId="Windows Live" clId="Web-{DE705710-1AD6-41AE-AAC9-3F6050211296}" dt="2021-08-18T03:02:05.987" v="169"/>
          <ac:picMkLst>
            <pc:docMk/>
            <pc:sldMk cId="1022564768" sldId="393"/>
            <ac:picMk id="3" creationId="{00AECFBD-EF17-4AAE-A083-8F8C4CFD0886}"/>
          </ac:picMkLst>
        </pc:picChg>
      </pc:sldChg>
      <pc:sldChg chg="del modTransition">
        <pc:chgData name="chaimaa nmiyesse" userId="ab81736aff8c03c2" providerId="Windows Live" clId="Web-{DE705710-1AD6-41AE-AAC9-3F6050211296}" dt="2021-08-18T03:07:42.980" v="260"/>
        <pc:sldMkLst>
          <pc:docMk/>
          <pc:sldMk cId="2043742183" sldId="394"/>
        </pc:sldMkLst>
      </pc:sldChg>
      <pc:sldChg chg="addSp delSp modSp new mod modClrScheme chgLayout">
        <pc:chgData name="chaimaa nmiyesse" userId="ab81736aff8c03c2" providerId="Windows Live" clId="Web-{DE705710-1AD6-41AE-AAC9-3F6050211296}" dt="2021-08-18T03:15:30.960" v="345" actId="1076"/>
        <pc:sldMkLst>
          <pc:docMk/>
          <pc:sldMk cId="1346852146" sldId="395"/>
        </pc:sldMkLst>
        <pc:spChg chg="add del mod">
          <ac:chgData name="chaimaa nmiyesse" userId="ab81736aff8c03c2" providerId="Windows Live" clId="Web-{DE705710-1AD6-41AE-AAC9-3F6050211296}" dt="2021-08-18T02:36:56.930" v="133"/>
          <ac:spMkLst>
            <pc:docMk/>
            <pc:sldMk cId="1346852146" sldId="395"/>
            <ac:spMk id="2" creationId="{FE352015-BC41-4954-B8EB-12672AEFF336}"/>
          </ac:spMkLst>
        </pc:spChg>
        <pc:spChg chg="add mod">
          <ac:chgData name="chaimaa nmiyesse" userId="ab81736aff8c03c2" providerId="Windows Live" clId="Web-{DE705710-1AD6-41AE-AAC9-3F6050211296}" dt="2021-08-18T02:37:17.275" v="136"/>
          <ac:spMkLst>
            <pc:docMk/>
            <pc:sldMk cId="1346852146" sldId="395"/>
            <ac:spMk id="3" creationId="{1CAE393B-89AE-47FE-9176-7C8778D30E4B}"/>
          </ac:spMkLst>
        </pc:spChg>
        <pc:spChg chg="add mod">
          <ac:chgData name="chaimaa nmiyesse" userId="ab81736aff8c03c2" providerId="Windows Live" clId="Web-{DE705710-1AD6-41AE-AAC9-3F6050211296}" dt="2021-08-18T03:15:30.960" v="345" actId="1076"/>
          <ac:spMkLst>
            <pc:docMk/>
            <pc:sldMk cId="1346852146" sldId="395"/>
            <ac:spMk id="4" creationId="{9C950312-D0E8-46B0-9F9A-6535DEEF27D1}"/>
          </ac:spMkLst>
        </pc:spChg>
      </pc:sldChg>
      <pc:sldChg chg="addSp new del">
        <pc:chgData name="chaimaa nmiyesse" userId="ab81736aff8c03c2" providerId="Windows Live" clId="Web-{DE705710-1AD6-41AE-AAC9-3F6050211296}" dt="2021-08-18T03:07:47.152" v="261"/>
        <pc:sldMkLst>
          <pc:docMk/>
          <pc:sldMk cId="2670134025" sldId="396"/>
        </pc:sldMkLst>
        <pc:spChg chg="add">
          <ac:chgData name="chaimaa nmiyesse" userId="ab81736aff8c03c2" providerId="Windows Live" clId="Web-{DE705710-1AD6-41AE-AAC9-3F6050211296}" dt="2021-08-18T02:35:08.270" v="121"/>
          <ac:spMkLst>
            <pc:docMk/>
            <pc:sldMk cId="2670134025" sldId="396"/>
            <ac:spMk id="3" creationId="{683EBAE1-E350-454F-904E-29298D93CD19}"/>
          </ac:spMkLst>
        </pc:spChg>
      </pc:sldChg>
      <pc:sldChg chg="addSp modSp new mod setBg">
        <pc:chgData name="chaimaa nmiyesse" userId="ab81736aff8c03c2" providerId="Windows Live" clId="Web-{DE705710-1AD6-41AE-AAC9-3F6050211296}" dt="2021-08-18T03:17:00.014" v="355" actId="14100"/>
        <pc:sldMkLst>
          <pc:docMk/>
          <pc:sldMk cId="589807963" sldId="397"/>
        </pc:sldMkLst>
        <pc:spChg chg="add">
          <ac:chgData name="chaimaa nmiyesse" userId="ab81736aff8c03c2" providerId="Windows Live" clId="Web-{DE705710-1AD6-41AE-AAC9-3F6050211296}" dt="2021-08-18T03:07:14.026" v="255"/>
          <ac:spMkLst>
            <pc:docMk/>
            <pc:sldMk cId="589807963" sldId="397"/>
            <ac:spMk id="8" creationId="{F3060C83-F051-4F0E-ABAD-AA0DFC48B218}"/>
          </ac:spMkLst>
        </pc:spChg>
        <pc:spChg chg="add">
          <ac:chgData name="chaimaa nmiyesse" userId="ab81736aff8c03c2" providerId="Windows Live" clId="Web-{DE705710-1AD6-41AE-AAC9-3F6050211296}" dt="2021-08-18T03:07:14.026" v="255"/>
          <ac:spMkLst>
            <pc:docMk/>
            <pc:sldMk cId="589807963" sldId="397"/>
            <ac:spMk id="10" creationId="{83C98ABE-055B-441F-B07E-44F97F083C39}"/>
          </ac:spMkLst>
        </pc:spChg>
        <pc:spChg chg="add">
          <ac:chgData name="chaimaa nmiyesse" userId="ab81736aff8c03c2" providerId="Windows Live" clId="Web-{DE705710-1AD6-41AE-AAC9-3F6050211296}" dt="2021-08-18T03:07:14.026" v="255"/>
          <ac:spMkLst>
            <pc:docMk/>
            <pc:sldMk cId="589807963" sldId="397"/>
            <ac:spMk id="12" creationId="{29FDB030-9B49-4CED-8CCD-4D99382388AC}"/>
          </ac:spMkLst>
        </pc:spChg>
        <pc:spChg chg="add">
          <ac:chgData name="chaimaa nmiyesse" userId="ab81736aff8c03c2" providerId="Windows Live" clId="Web-{DE705710-1AD6-41AE-AAC9-3F6050211296}" dt="2021-08-18T03:07:14.026" v="255"/>
          <ac:spMkLst>
            <pc:docMk/>
            <pc:sldMk cId="589807963" sldId="397"/>
            <ac:spMk id="14" creationId="{3783CA14-24A1-485C-8B30-D6A5D87987AD}"/>
          </ac:spMkLst>
        </pc:spChg>
        <pc:spChg chg="add">
          <ac:chgData name="chaimaa nmiyesse" userId="ab81736aff8c03c2" providerId="Windows Live" clId="Web-{DE705710-1AD6-41AE-AAC9-3F6050211296}" dt="2021-08-18T03:07:14.026" v="255"/>
          <ac:spMkLst>
            <pc:docMk/>
            <pc:sldMk cId="589807963" sldId="397"/>
            <ac:spMk id="16" creationId="{9A97C86A-04D6-40F7-AE84-31AB43E6A846}"/>
          </ac:spMkLst>
        </pc:spChg>
        <pc:spChg chg="add">
          <ac:chgData name="chaimaa nmiyesse" userId="ab81736aff8c03c2" providerId="Windows Live" clId="Web-{DE705710-1AD6-41AE-AAC9-3F6050211296}" dt="2021-08-18T03:07:14.026" v="255"/>
          <ac:spMkLst>
            <pc:docMk/>
            <pc:sldMk cId="589807963" sldId="397"/>
            <ac:spMk id="18" creationId="{FF9F2414-84E8-453E-B1F3-389FDE8192D9}"/>
          </ac:spMkLst>
        </pc:spChg>
        <pc:spChg chg="add">
          <ac:chgData name="chaimaa nmiyesse" userId="ab81736aff8c03c2" providerId="Windows Live" clId="Web-{DE705710-1AD6-41AE-AAC9-3F6050211296}" dt="2021-08-18T03:07:14.026" v="255"/>
          <ac:spMkLst>
            <pc:docMk/>
            <pc:sldMk cId="589807963" sldId="397"/>
            <ac:spMk id="20" creationId="{3ECA69A1-7536-43AC-85EF-C7106179F5ED}"/>
          </ac:spMkLst>
        </pc:spChg>
        <pc:picChg chg="add mod">
          <ac:chgData name="chaimaa nmiyesse" userId="ab81736aff8c03c2" providerId="Windows Live" clId="Web-{DE705710-1AD6-41AE-AAC9-3F6050211296}" dt="2021-08-18T03:17:00.014" v="355" actId="14100"/>
          <ac:picMkLst>
            <pc:docMk/>
            <pc:sldMk cId="589807963" sldId="397"/>
            <ac:picMk id="3" creationId="{1D9D5CBC-3ED8-4E20-9AD5-0E8C5C4220C1}"/>
          </ac:picMkLst>
        </pc:picChg>
      </pc:sldChg>
      <pc:sldChg chg="addSp delSp modSp add ord replId">
        <pc:chgData name="chaimaa nmiyesse" userId="ab81736aff8c03c2" providerId="Windows Live" clId="Web-{DE705710-1AD6-41AE-AAC9-3F6050211296}" dt="2021-08-18T03:06:34.478" v="252"/>
        <pc:sldMkLst>
          <pc:docMk/>
          <pc:sldMk cId="2608937364" sldId="398"/>
        </pc:sldMkLst>
        <pc:spChg chg="del">
          <ac:chgData name="chaimaa nmiyesse" userId="ab81736aff8c03c2" providerId="Windows Live" clId="Web-{DE705710-1AD6-41AE-AAC9-3F6050211296}" dt="2021-08-18T03:05:31.336" v="222"/>
          <ac:spMkLst>
            <pc:docMk/>
            <pc:sldMk cId="2608937364" sldId="398"/>
            <ac:spMk id="3" creationId="{6BBD0D67-55B6-4BF5-BB93-4A20FB1C8758}"/>
          </ac:spMkLst>
        </pc:spChg>
        <pc:spChg chg="add del">
          <ac:chgData name="chaimaa nmiyesse" userId="ab81736aff8c03c2" providerId="Windows Live" clId="Web-{DE705710-1AD6-41AE-AAC9-3F6050211296}" dt="2021-08-18T03:05:37.695" v="224"/>
          <ac:spMkLst>
            <pc:docMk/>
            <pc:sldMk cId="2608937364" sldId="398"/>
            <ac:spMk id="4" creationId="{FC2B141B-66F0-4AA5-82DF-9777406334FB}"/>
          </ac:spMkLst>
        </pc:spChg>
        <pc:spChg chg="add mod">
          <ac:chgData name="chaimaa nmiyesse" userId="ab81736aff8c03c2" providerId="Windows Live" clId="Web-{DE705710-1AD6-41AE-AAC9-3F6050211296}" dt="2021-08-18T03:06:26.118" v="251" actId="1076"/>
          <ac:spMkLst>
            <pc:docMk/>
            <pc:sldMk cId="2608937364" sldId="398"/>
            <ac:spMk id="5" creationId="{18D85B65-33BC-4FDB-8CA7-E451C845DE7C}"/>
          </ac:spMkLst>
        </pc:spChg>
      </pc:sldChg>
      <pc:sldChg chg="addSp modSp new mod setBg">
        <pc:chgData name="chaimaa nmiyesse" userId="ab81736aff8c03c2" providerId="Windows Live" clId="Web-{DE705710-1AD6-41AE-AAC9-3F6050211296}" dt="2021-08-18T04:10:49.373" v="365"/>
        <pc:sldMkLst>
          <pc:docMk/>
          <pc:sldMk cId="525143987" sldId="399"/>
        </pc:sldMkLst>
        <pc:spChg chg="add">
          <ac:chgData name="chaimaa nmiyesse" userId="ab81736aff8c03c2" providerId="Windows Live" clId="Web-{DE705710-1AD6-41AE-AAC9-3F6050211296}" dt="2021-08-18T04:10:49.373" v="365"/>
          <ac:spMkLst>
            <pc:docMk/>
            <pc:sldMk cId="525143987" sldId="399"/>
            <ac:spMk id="7" creationId="{F3060C83-F051-4F0E-ABAD-AA0DFC48B218}"/>
          </ac:spMkLst>
        </pc:spChg>
        <pc:spChg chg="add">
          <ac:chgData name="chaimaa nmiyesse" userId="ab81736aff8c03c2" providerId="Windows Live" clId="Web-{DE705710-1AD6-41AE-AAC9-3F6050211296}" dt="2021-08-18T04:10:49.373" v="365"/>
          <ac:spMkLst>
            <pc:docMk/>
            <pc:sldMk cId="525143987" sldId="399"/>
            <ac:spMk id="9" creationId="{83C98ABE-055B-441F-B07E-44F97F083C39}"/>
          </ac:spMkLst>
        </pc:spChg>
        <pc:spChg chg="add">
          <ac:chgData name="chaimaa nmiyesse" userId="ab81736aff8c03c2" providerId="Windows Live" clId="Web-{DE705710-1AD6-41AE-AAC9-3F6050211296}" dt="2021-08-18T04:10:49.373" v="365"/>
          <ac:spMkLst>
            <pc:docMk/>
            <pc:sldMk cId="525143987" sldId="399"/>
            <ac:spMk id="11" creationId="{29FDB030-9B49-4CED-8CCD-4D99382388AC}"/>
          </ac:spMkLst>
        </pc:spChg>
        <pc:spChg chg="add">
          <ac:chgData name="chaimaa nmiyesse" userId="ab81736aff8c03c2" providerId="Windows Live" clId="Web-{DE705710-1AD6-41AE-AAC9-3F6050211296}" dt="2021-08-18T04:10:49.373" v="365"/>
          <ac:spMkLst>
            <pc:docMk/>
            <pc:sldMk cId="525143987" sldId="399"/>
            <ac:spMk id="13" creationId="{3783CA14-24A1-485C-8B30-D6A5D87987AD}"/>
          </ac:spMkLst>
        </pc:spChg>
        <pc:spChg chg="add">
          <ac:chgData name="chaimaa nmiyesse" userId="ab81736aff8c03c2" providerId="Windows Live" clId="Web-{DE705710-1AD6-41AE-AAC9-3F6050211296}" dt="2021-08-18T04:10:49.373" v="365"/>
          <ac:spMkLst>
            <pc:docMk/>
            <pc:sldMk cId="525143987" sldId="399"/>
            <ac:spMk id="15" creationId="{9A97C86A-04D6-40F7-AE84-31AB43E6A846}"/>
          </ac:spMkLst>
        </pc:spChg>
        <pc:spChg chg="add">
          <ac:chgData name="chaimaa nmiyesse" userId="ab81736aff8c03c2" providerId="Windows Live" clId="Web-{DE705710-1AD6-41AE-AAC9-3F6050211296}" dt="2021-08-18T04:10:49.373" v="365"/>
          <ac:spMkLst>
            <pc:docMk/>
            <pc:sldMk cId="525143987" sldId="399"/>
            <ac:spMk id="17" creationId="{FF9F2414-84E8-453E-B1F3-389FDE8192D9}"/>
          </ac:spMkLst>
        </pc:spChg>
        <pc:spChg chg="add">
          <ac:chgData name="chaimaa nmiyesse" userId="ab81736aff8c03c2" providerId="Windows Live" clId="Web-{DE705710-1AD6-41AE-AAC9-3F6050211296}" dt="2021-08-18T04:10:49.373" v="365"/>
          <ac:spMkLst>
            <pc:docMk/>
            <pc:sldMk cId="525143987" sldId="399"/>
            <ac:spMk id="19" creationId="{3ECA69A1-7536-43AC-85EF-C7106179F5ED}"/>
          </ac:spMkLst>
        </pc:spChg>
        <pc:picChg chg="add mod">
          <ac:chgData name="chaimaa nmiyesse" userId="ab81736aff8c03c2" providerId="Windows Live" clId="Web-{DE705710-1AD6-41AE-AAC9-3F6050211296}" dt="2021-08-18T04:10:49.373" v="365"/>
          <ac:picMkLst>
            <pc:docMk/>
            <pc:sldMk cId="525143987" sldId="399"/>
            <ac:picMk id="2" creationId="{4F4A85E4-F61D-45DA-A118-A1CD422C75D9}"/>
          </ac:picMkLst>
        </pc:picChg>
      </pc:sldChg>
      <pc:sldMasterChg chg="modTransition modSldLayout">
        <pc:chgData name="chaimaa nmiyesse" userId="ab81736aff8c03c2" providerId="Windows Live" clId="Web-{DE705710-1AD6-41AE-AAC9-3F6050211296}" dt="2021-08-18T01:53:04.642" v="36"/>
        <pc:sldMasterMkLst>
          <pc:docMk/>
          <pc:sldMasterMk cId="2045990320" sldId="2147483648"/>
        </pc:sldMasterMkLst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2045990320" sldId="2147483648"/>
            <pc:sldLayoutMk cId="3947691796" sldId="2147483649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2045990320" sldId="2147483648"/>
            <pc:sldLayoutMk cId="1750667146" sldId="2147483650"/>
          </pc:sldLayoutMkLst>
        </pc:sldLayoutChg>
      </pc:sldMasterChg>
      <pc:sldMasterChg chg="modTransition modSldLayout">
        <pc:chgData name="chaimaa nmiyesse" userId="ab81736aff8c03c2" providerId="Windows Live" clId="Web-{DE705710-1AD6-41AE-AAC9-3F6050211296}" dt="2021-08-18T01:53:04.642" v="36"/>
        <pc:sldMasterMkLst>
          <pc:docMk/>
          <pc:sldMasterMk cId="1615311501" sldId="2147483651"/>
        </pc:sldMasterMkLst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1899324262" sldId="2147483652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145839437" sldId="2147483654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2446392755" sldId="2147483671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313676580" sldId="2147483672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3782320069" sldId="2147483675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768664198" sldId="2147483676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3220445115" sldId="2147483678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4292667485" sldId="2147483680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2445283475" sldId="2147483681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648684626" sldId="2147483682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2645574303" sldId="2147483684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3750974003" sldId="2147483685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1216366204" sldId="2147483686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3974830917" sldId="2147483687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1279604065" sldId="2147483688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1567827399" sldId="2147483690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169573336" sldId="2147483691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3515593208" sldId="2147483692"/>
          </pc:sldLayoutMkLst>
        </pc:sldLayoutChg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615311501" sldId="2147483651"/>
            <pc:sldLayoutMk cId="39785324" sldId="2147483693"/>
          </pc:sldLayoutMkLst>
        </pc:sldLayoutChg>
      </pc:sldMasterChg>
      <pc:sldMasterChg chg="modTransition modSldLayout">
        <pc:chgData name="chaimaa nmiyesse" userId="ab81736aff8c03c2" providerId="Windows Live" clId="Web-{DE705710-1AD6-41AE-AAC9-3F6050211296}" dt="2021-08-18T01:53:04.642" v="36"/>
        <pc:sldMasterMkLst>
          <pc:docMk/>
          <pc:sldMasterMk cId="1198408049" sldId="2147483673"/>
        </pc:sldMasterMkLst>
        <pc:sldLayoutChg chg="modTransition">
          <pc:chgData name="chaimaa nmiyesse" userId="ab81736aff8c03c2" providerId="Windows Live" clId="Web-{DE705710-1AD6-41AE-AAC9-3F6050211296}" dt="2021-08-18T01:53:04.642" v="36"/>
          <pc:sldLayoutMkLst>
            <pc:docMk/>
            <pc:sldMasterMk cId="1198408049" sldId="2147483673"/>
            <pc:sldLayoutMk cId="2984720244" sldId="2147483674"/>
          </pc:sldLayoutMkLst>
        </pc:sldLayoutChg>
      </pc:sldMasterChg>
    </pc:docChg>
  </pc:docChgLst>
  <pc:docChgLst>
    <pc:chgData name="chaimaa nmiyesse" userId="ab81736aff8c03c2" providerId="Windows Live" clId="Web-{C7101F68-D28C-4048-A7D5-3FA71FD87C38}"/>
    <pc:docChg chg="delSld">
      <pc:chgData name="chaimaa nmiyesse" userId="ab81736aff8c03c2" providerId="Windows Live" clId="Web-{C7101F68-D28C-4048-A7D5-3FA71FD87C38}" dt="2022-06-27T18:24:15.316" v="0"/>
      <pc:docMkLst>
        <pc:docMk/>
      </pc:docMkLst>
      <pc:sldChg chg="del">
        <pc:chgData name="chaimaa nmiyesse" userId="ab81736aff8c03c2" providerId="Windows Live" clId="Web-{C7101F68-D28C-4048-A7D5-3FA71FD87C38}" dt="2022-06-27T18:24:15.316" v="0"/>
        <pc:sldMkLst>
          <pc:docMk/>
          <pc:sldMk cId="525143987" sldId="399"/>
        </pc:sldMkLst>
      </pc:sldChg>
    </pc:docChg>
  </pc:docChgLst>
  <pc:docChgLst>
    <pc:chgData name="chaimaa nmiyesse" userId="ab81736aff8c03c2" providerId="Windows Live" clId="Web-{EA3202F2-2F31-48A5-822A-3AD7D4308990}"/>
    <pc:docChg chg="delSld">
      <pc:chgData name="chaimaa nmiyesse" userId="ab81736aff8c03c2" providerId="Windows Live" clId="Web-{EA3202F2-2F31-48A5-822A-3AD7D4308990}" dt="2021-08-18T09:14:53.561" v="0"/>
      <pc:docMkLst>
        <pc:docMk/>
      </pc:docMkLst>
      <pc:sldChg chg="del">
        <pc:chgData name="chaimaa nmiyesse" userId="ab81736aff8c03c2" providerId="Windows Live" clId="Web-{EA3202F2-2F31-48A5-822A-3AD7D4308990}" dt="2021-08-18T09:14:53.561" v="0"/>
        <pc:sldMkLst>
          <pc:docMk/>
          <pc:sldMk cId="589807963" sldId="397"/>
        </pc:sldMkLst>
      </pc:sldChg>
    </pc:docChg>
  </pc:docChgLst>
  <pc:docChgLst>
    <pc:chgData name="chaimaa nmiyesse" userId="ab81736aff8c03c2" providerId="Windows Live" clId="Web-{56364A0C-19B0-43C4-82B4-9500C19CC20E}"/>
    <pc:docChg chg="addSld delSld modSld sldOrd">
      <pc:chgData name="chaimaa nmiyesse" userId="ab81736aff8c03c2" providerId="Windows Live" clId="Web-{56364A0C-19B0-43C4-82B4-9500C19CC20E}" dt="2021-08-17T16:18:26.546" v="149"/>
      <pc:docMkLst>
        <pc:docMk/>
      </pc:docMkLst>
      <pc:sldChg chg="addSp delSp">
        <pc:chgData name="chaimaa nmiyesse" userId="ab81736aff8c03c2" providerId="Windows Live" clId="Web-{56364A0C-19B0-43C4-82B4-9500C19CC20E}" dt="2021-08-16T12:58:12.374" v="82"/>
        <pc:sldMkLst>
          <pc:docMk/>
          <pc:sldMk cId="4005271684" sldId="336"/>
        </pc:sldMkLst>
        <pc:grpChg chg="add del">
          <ac:chgData name="chaimaa nmiyesse" userId="ab81736aff8c03c2" providerId="Windows Live" clId="Web-{56364A0C-19B0-43C4-82B4-9500C19CC20E}" dt="2021-08-16T12:58:12.374" v="82"/>
          <ac:grpSpMkLst>
            <pc:docMk/>
            <pc:sldMk cId="4005271684" sldId="336"/>
            <ac:grpSpMk id="3" creationId="{4EEC444E-A1A1-41B2-B3B3-FF1DDB8868F2}"/>
          </ac:grpSpMkLst>
        </pc:grpChg>
      </pc:sldChg>
      <pc:sldChg chg="addSp delSp modSp modTransition addAnim modAnim">
        <pc:chgData name="chaimaa nmiyesse" userId="ab81736aff8c03c2" providerId="Windows Live" clId="Web-{56364A0C-19B0-43C4-82B4-9500C19CC20E}" dt="2021-08-17T16:18:26.546" v="149"/>
        <pc:sldMkLst>
          <pc:docMk/>
          <pc:sldMk cId="3708753911" sldId="388"/>
        </pc:sldMkLst>
        <pc:spChg chg="del">
          <ac:chgData name="chaimaa nmiyesse" userId="ab81736aff8c03c2" providerId="Windows Live" clId="Web-{56364A0C-19B0-43C4-82B4-9500C19CC20E}" dt="2021-08-16T11:02:28.255" v="0"/>
          <ac:spMkLst>
            <pc:docMk/>
            <pc:sldMk cId="3708753911" sldId="388"/>
            <ac:spMk id="2" creationId="{1F318685-8B1E-46C9-A7ED-5205701D2E90}"/>
          </ac:spMkLst>
        </pc:spChg>
        <pc:picChg chg="add del mod">
          <ac:chgData name="chaimaa nmiyesse" userId="ab81736aff8c03c2" providerId="Windows Live" clId="Web-{56364A0C-19B0-43C4-82B4-9500C19CC20E}" dt="2021-08-16T12:44:29.329" v="58"/>
          <ac:picMkLst>
            <pc:docMk/>
            <pc:sldMk cId="3708753911" sldId="388"/>
            <ac:picMk id="2" creationId="{9F63E8E6-1068-41CB-A766-5847D795A1EF}"/>
          </ac:picMkLst>
        </pc:picChg>
        <pc:picChg chg="mod">
          <ac:chgData name="chaimaa nmiyesse" userId="ab81736aff8c03c2" providerId="Windows Live" clId="Web-{56364A0C-19B0-43C4-82B4-9500C19CC20E}" dt="2021-08-16T12:44:36.408" v="61" actId="1076"/>
          <ac:picMkLst>
            <pc:docMk/>
            <pc:sldMk cId="3708753911" sldId="388"/>
            <ac:picMk id="3" creationId="{BD678B6B-189E-4A32-BB45-20062D78A5EB}"/>
          </ac:picMkLst>
        </pc:picChg>
        <pc:picChg chg="add mod">
          <ac:chgData name="chaimaa nmiyesse" userId="ab81736aff8c03c2" providerId="Windows Live" clId="Web-{56364A0C-19B0-43C4-82B4-9500C19CC20E}" dt="2021-08-16T12:44:44.830" v="65" actId="1076"/>
          <ac:picMkLst>
            <pc:docMk/>
            <pc:sldMk cId="3708753911" sldId="388"/>
            <ac:picMk id="4" creationId="{F1BFBE5B-FC72-4571-8005-C78008098C77}"/>
          </ac:picMkLst>
        </pc:picChg>
        <pc:picChg chg="add del mod">
          <ac:chgData name="chaimaa nmiyesse" userId="ab81736aff8c03c2" providerId="Windows Live" clId="Web-{56364A0C-19B0-43C4-82B4-9500C19CC20E}" dt="2021-08-16T11:11:11.170" v="4"/>
          <ac:picMkLst>
            <pc:docMk/>
            <pc:sldMk cId="3708753911" sldId="388"/>
            <ac:picMk id="5" creationId="{06CC0328-86A7-4C4D-A3B1-DDCA20A38FD8}"/>
          </ac:picMkLst>
        </pc:picChg>
        <pc:picChg chg="add mod">
          <ac:chgData name="chaimaa nmiyesse" userId="ab81736aff8c03c2" providerId="Windows Live" clId="Web-{56364A0C-19B0-43C4-82B4-9500C19CC20E}" dt="2021-08-16T12:44:37.674" v="62" actId="1076"/>
          <ac:picMkLst>
            <pc:docMk/>
            <pc:sldMk cId="3708753911" sldId="388"/>
            <ac:picMk id="6" creationId="{A32F4327-2C44-474F-8E0B-D33534E50E26}"/>
          </ac:picMkLst>
        </pc:picChg>
        <pc:picChg chg="mod">
          <ac:chgData name="chaimaa nmiyesse" userId="ab81736aff8c03c2" providerId="Windows Live" clId="Web-{56364A0C-19B0-43C4-82B4-9500C19CC20E}" dt="2021-08-16T12:33:28.821" v="40" actId="1076"/>
          <ac:picMkLst>
            <pc:docMk/>
            <pc:sldMk cId="3708753911" sldId="388"/>
            <ac:picMk id="11" creationId="{B14EEE00-B488-43B5-B9AE-55C3865A712B}"/>
          </ac:picMkLst>
        </pc:picChg>
        <pc:picChg chg="mod">
          <ac:chgData name="chaimaa nmiyesse" userId="ab81736aff8c03c2" providerId="Windows Live" clId="Web-{56364A0C-19B0-43C4-82B4-9500C19CC20E}" dt="2021-08-16T12:33:59.697" v="52" actId="1076"/>
          <ac:picMkLst>
            <pc:docMk/>
            <pc:sldMk cId="3708753911" sldId="388"/>
            <ac:picMk id="18" creationId="{5CBCBF0E-EEBB-48C9-B06C-169132280ABE}"/>
          </ac:picMkLst>
        </pc:picChg>
        <pc:picChg chg="mod">
          <ac:chgData name="chaimaa nmiyesse" userId="ab81736aff8c03c2" providerId="Windows Live" clId="Web-{56364A0C-19B0-43C4-82B4-9500C19CC20E}" dt="2021-08-16T12:44:32.673" v="59" actId="1076"/>
          <ac:picMkLst>
            <pc:docMk/>
            <pc:sldMk cId="3708753911" sldId="388"/>
            <ac:picMk id="19" creationId="{8FA48E39-CA92-4A83-BC9E-3516E9D8E19B}"/>
          </ac:picMkLst>
        </pc:picChg>
        <pc:picChg chg="mod">
          <ac:chgData name="chaimaa nmiyesse" userId="ab81736aff8c03c2" providerId="Windows Live" clId="Web-{56364A0C-19B0-43C4-82B4-9500C19CC20E}" dt="2021-08-16T12:34:03.885" v="54" actId="1076"/>
          <ac:picMkLst>
            <pc:docMk/>
            <pc:sldMk cId="3708753911" sldId="388"/>
            <ac:picMk id="24" creationId="{EE5DDC3F-65A4-4650-91E3-F85FFEC14637}"/>
          </ac:picMkLst>
        </pc:picChg>
        <pc:picChg chg="mod">
          <ac:chgData name="chaimaa nmiyesse" userId="ab81736aff8c03c2" providerId="Windows Live" clId="Web-{56364A0C-19B0-43C4-82B4-9500C19CC20E}" dt="2021-08-16T12:44:34.361" v="60" actId="1076"/>
          <ac:picMkLst>
            <pc:docMk/>
            <pc:sldMk cId="3708753911" sldId="388"/>
            <ac:picMk id="25" creationId="{755E44BE-9F10-4667-ABFC-B6018A3BB7C5}"/>
          </ac:picMkLst>
        </pc:picChg>
      </pc:sldChg>
      <pc:sldChg chg="del ord">
        <pc:chgData name="chaimaa nmiyesse" userId="ab81736aff8c03c2" providerId="Windows Live" clId="Web-{56364A0C-19B0-43C4-82B4-9500C19CC20E}" dt="2021-08-16T12:57:53.654" v="80"/>
        <pc:sldMkLst>
          <pc:docMk/>
          <pc:sldMk cId="501604846" sldId="391"/>
        </pc:sldMkLst>
      </pc:sldChg>
      <pc:sldChg chg="addSp modSp new mod setBg">
        <pc:chgData name="chaimaa nmiyesse" userId="ab81736aff8c03c2" providerId="Windows Live" clId="Web-{56364A0C-19B0-43C4-82B4-9500C19CC20E}" dt="2021-08-17T16:00:02.962" v="138" actId="1076"/>
        <pc:sldMkLst>
          <pc:docMk/>
          <pc:sldMk cId="362939953" sldId="392"/>
        </pc:sldMkLst>
        <pc:spChg chg="add">
          <ac:chgData name="chaimaa nmiyesse" userId="ab81736aff8c03c2" providerId="Windows Live" clId="Web-{56364A0C-19B0-43C4-82B4-9500C19CC20E}" dt="2021-08-16T13:03:10.812" v="127"/>
          <ac:spMkLst>
            <pc:docMk/>
            <pc:sldMk cId="362939953" sldId="392"/>
            <ac:spMk id="7" creationId="{5F879AC3-D4CE-493C-ADC7-06205677F4F8}"/>
          </ac:spMkLst>
        </pc:spChg>
        <pc:spChg chg="add">
          <ac:chgData name="chaimaa nmiyesse" userId="ab81736aff8c03c2" providerId="Windows Live" clId="Web-{56364A0C-19B0-43C4-82B4-9500C19CC20E}" dt="2021-08-16T13:03:10.812" v="127"/>
          <ac:spMkLst>
            <pc:docMk/>
            <pc:sldMk cId="362939953" sldId="392"/>
            <ac:spMk id="9" creationId="{736F0DFD-0954-464F-BF12-DD2E6F6E0380}"/>
          </ac:spMkLst>
        </pc:spChg>
        <pc:picChg chg="add mod">
          <ac:chgData name="chaimaa nmiyesse" userId="ab81736aff8c03c2" providerId="Windows Live" clId="Web-{56364A0C-19B0-43C4-82B4-9500C19CC20E}" dt="2021-08-17T16:00:02.962" v="138" actId="1076"/>
          <ac:picMkLst>
            <pc:docMk/>
            <pc:sldMk cId="362939953" sldId="392"/>
            <ac:picMk id="2" creationId="{F36144C8-0F3E-42CE-944C-3D1B15C37CEC}"/>
          </ac:picMkLst>
        </pc:picChg>
      </pc:sldChg>
      <pc:sldChg chg="addSp delSp modSp add mod replId setBg">
        <pc:chgData name="chaimaa nmiyesse" userId="ab81736aff8c03c2" providerId="Windows Live" clId="Web-{56364A0C-19B0-43C4-82B4-9500C19CC20E}" dt="2021-08-16T13:08:42.658" v="130" actId="1076"/>
        <pc:sldMkLst>
          <pc:docMk/>
          <pc:sldMk cId="1022564768" sldId="393"/>
        </pc:sldMkLst>
        <pc:spChg chg="add mod">
          <ac:chgData name="chaimaa nmiyesse" userId="ab81736aff8c03c2" providerId="Windows Live" clId="Web-{56364A0C-19B0-43C4-82B4-9500C19CC20E}" dt="2021-08-16T13:08:42.658" v="130" actId="1076"/>
          <ac:spMkLst>
            <pc:docMk/>
            <pc:sldMk cId="1022564768" sldId="393"/>
            <ac:spMk id="5" creationId="{2E49FD06-2851-41CC-B0C2-AB1E99A3130A}"/>
          </ac:spMkLst>
        </pc:spChg>
        <pc:spChg chg="add del">
          <ac:chgData name="chaimaa nmiyesse" userId="ab81736aff8c03c2" providerId="Windows Live" clId="Web-{56364A0C-19B0-43C4-82B4-9500C19CC20E}" dt="2021-08-16T13:00:57.711" v="115"/>
          <ac:spMkLst>
            <pc:docMk/>
            <pc:sldMk cId="1022564768" sldId="393"/>
            <ac:spMk id="6" creationId="{5F9CFCE6-877F-4858-B8BD-2C52CA8AFBC4}"/>
          </ac:spMkLst>
        </pc:spChg>
        <pc:spChg chg="add del">
          <ac:chgData name="chaimaa nmiyesse" userId="ab81736aff8c03c2" providerId="Windows Live" clId="Web-{56364A0C-19B0-43C4-82B4-9500C19CC20E}" dt="2021-08-16T13:00:57.711" v="115"/>
          <ac:spMkLst>
            <pc:docMk/>
            <pc:sldMk cId="1022564768" sldId="393"/>
            <ac:spMk id="7" creationId="{8213F8A0-12AE-4514-8372-0DD766EC28EE}"/>
          </ac:spMkLst>
        </pc:spChg>
        <pc:spChg chg="add del">
          <ac:chgData name="chaimaa nmiyesse" userId="ab81736aff8c03c2" providerId="Windows Live" clId="Web-{56364A0C-19B0-43C4-82B4-9500C19CC20E}" dt="2021-08-16T13:00:57.711" v="115"/>
          <ac:spMkLst>
            <pc:docMk/>
            <pc:sldMk cId="1022564768" sldId="393"/>
            <ac:spMk id="8" creationId="{9EFF17D4-9A8C-4CE5-B096-D8CCD4400437}"/>
          </ac:spMkLst>
        </pc:spChg>
        <pc:spChg chg="add del">
          <ac:chgData name="chaimaa nmiyesse" userId="ab81736aff8c03c2" providerId="Windows Live" clId="Web-{56364A0C-19B0-43C4-82B4-9500C19CC20E}" dt="2021-08-16T13:00:48.226" v="111"/>
          <ac:spMkLst>
            <pc:docMk/>
            <pc:sldMk cId="1022564768" sldId="393"/>
            <ac:spMk id="9" creationId="{A9F529C3-C941-49FD-8C67-82F134F64BDB}"/>
          </ac:spMkLst>
        </pc:spChg>
        <pc:spChg chg="add del">
          <ac:chgData name="chaimaa nmiyesse" userId="ab81736aff8c03c2" providerId="Windows Live" clId="Web-{56364A0C-19B0-43C4-82B4-9500C19CC20E}" dt="2021-08-16T13:01:03.289" v="117"/>
          <ac:spMkLst>
            <pc:docMk/>
            <pc:sldMk cId="1022564768" sldId="393"/>
            <ac:spMk id="10" creationId="{A169D286-F4D7-4C8B-A6BD-D05384C7F1D8}"/>
          </ac:spMkLst>
        </pc:spChg>
        <pc:spChg chg="add del">
          <ac:chgData name="chaimaa nmiyesse" userId="ab81736aff8c03c2" providerId="Windows Live" clId="Web-{56364A0C-19B0-43C4-82B4-9500C19CC20E}" dt="2021-08-16T13:00:48.226" v="111"/>
          <ac:spMkLst>
            <pc:docMk/>
            <pc:sldMk cId="1022564768" sldId="393"/>
            <ac:spMk id="11" creationId="{20586029-32A0-47E5-9AEC-AE3ABA6B94D0}"/>
          </ac:spMkLst>
        </pc:spChg>
        <pc:spChg chg="add del">
          <ac:chgData name="chaimaa nmiyesse" userId="ab81736aff8c03c2" providerId="Windows Live" clId="Web-{56364A0C-19B0-43C4-82B4-9500C19CC20E}" dt="2021-08-16T13:01:03.289" v="117"/>
          <ac:spMkLst>
            <pc:docMk/>
            <pc:sldMk cId="1022564768" sldId="393"/>
            <ac:spMk id="12" creationId="{39E8235E-135E-4261-8F54-2B316E493C42}"/>
          </ac:spMkLst>
        </pc:spChg>
        <pc:spChg chg="add del">
          <ac:chgData name="chaimaa nmiyesse" userId="ab81736aff8c03c2" providerId="Windows Live" clId="Web-{56364A0C-19B0-43C4-82B4-9500C19CC20E}" dt="2021-08-16T13:01:03.289" v="117"/>
          <ac:spMkLst>
            <pc:docMk/>
            <pc:sldMk cId="1022564768" sldId="393"/>
            <ac:spMk id="14" creationId="{D4ED8EC3-4D57-4620-93CE-4E6661F09A3E}"/>
          </ac:spMkLst>
        </pc:spChg>
        <pc:spChg chg="add del">
          <ac:chgData name="chaimaa nmiyesse" userId="ab81736aff8c03c2" providerId="Windows Live" clId="Web-{56364A0C-19B0-43C4-82B4-9500C19CC20E}" dt="2021-08-16T13:01:03.289" v="117"/>
          <ac:spMkLst>
            <pc:docMk/>
            <pc:sldMk cId="1022564768" sldId="393"/>
            <ac:spMk id="15" creationId="{83BCB34A-2F40-4F41-8488-A134C1C155B7}"/>
          </ac:spMkLst>
        </pc:spChg>
        <pc:spChg chg="add del">
          <ac:chgData name="chaimaa nmiyesse" userId="ab81736aff8c03c2" providerId="Windows Live" clId="Web-{56364A0C-19B0-43C4-82B4-9500C19CC20E}" dt="2021-08-16T13:08:26.282" v="128"/>
          <ac:spMkLst>
            <pc:docMk/>
            <pc:sldMk cId="1022564768" sldId="393"/>
            <ac:spMk id="16" creationId="{1500B4A4-B1F1-41EA-886A-B8A210DBCA3B}"/>
          </ac:spMkLst>
        </pc:spChg>
        <pc:spChg chg="add del">
          <ac:chgData name="chaimaa nmiyesse" userId="ab81736aff8c03c2" providerId="Windows Live" clId="Web-{56364A0C-19B0-43C4-82B4-9500C19CC20E}" dt="2021-08-16T13:01:03.289" v="117"/>
          <ac:spMkLst>
            <pc:docMk/>
            <pc:sldMk cId="1022564768" sldId="393"/>
            <ac:spMk id="17" creationId="{F78382DC-4207-465E-B379-1E16448AA222}"/>
          </ac:spMkLst>
        </pc:spChg>
        <pc:spChg chg="add del">
          <ac:chgData name="chaimaa nmiyesse" userId="ab81736aff8c03c2" providerId="Windows Live" clId="Web-{56364A0C-19B0-43C4-82B4-9500C19CC20E}" dt="2021-08-16T13:08:26.282" v="128"/>
          <ac:spMkLst>
            <pc:docMk/>
            <pc:sldMk cId="1022564768" sldId="393"/>
            <ac:spMk id="18" creationId="{5E55A99C-0BDC-4DBE-8E40-9FA66F629FA1}"/>
          </ac:spMkLst>
        </pc:spChg>
        <pc:spChg chg="add">
          <ac:chgData name="chaimaa nmiyesse" userId="ab81736aff8c03c2" providerId="Windows Live" clId="Web-{56364A0C-19B0-43C4-82B4-9500C19CC20E}" dt="2021-08-16T13:08:26.282" v="128"/>
          <ac:spMkLst>
            <pc:docMk/>
            <pc:sldMk cId="1022564768" sldId="393"/>
            <ac:spMk id="24" creationId="{69D184B2-2226-4E31-BCCB-444330767440}"/>
          </ac:spMkLst>
        </pc:spChg>
        <pc:spChg chg="add">
          <ac:chgData name="chaimaa nmiyesse" userId="ab81736aff8c03c2" providerId="Windows Live" clId="Web-{56364A0C-19B0-43C4-82B4-9500C19CC20E}" dt="2021-08-16T13:08:26.282" v="128"/>
          <ac:spMkLst>
            <pc:docMk/>
            <pc:sldMk cId="1022564768" sldId="393"/>
            <ac:spMk id="26" creationId="{1AC4D4E3-486A-464A-8EC8-D44881097267}"/>
          </ac:spMkLst>
        </pc:spChg>
        <pc:spChg chg="add">
          <ac:chgData name="chaimaa nmiyesse" userId="ab81736aff8c03c2" providerId="Windows Live" clId="Web-{56364A0C-19B0-43C4-82B4-9500C19CC20E}" dt="2021-08-16T13:08:26.282" v="128"/>
          <ac:spMkLst>
            <pc:docMk/>
            <pc:sldMk cId="1022564768" sldId="393"/>
            <ac:spMk id="28" creationId="{864DE13E-58EB-4475-B79C-0D4FC651239B}"/>
          </ac:spMkLst>
        </pc:spChg>
        <pc:picChg chg="del">
          <ac:chgData name="chaimaa nmiyesse" userId="ab81736aff8c03c2" providerId="Windows Live" clId="Web-{56364A0C-19B0-43C4-82B4-9500C19CC20E}" dt="2021-08-16T12:58:58.892" v="86"/>
          <ac:picMkLst>
            <pc:docMk/>
            <pc:sldMk cId="1022564768" sldId="393"/>
            <ac:picMk id="2" creationId="{F36144C8-0F3E-42CE-944C-3D1B15C37CEC}"/>
          </ac:picMkLst>
        </pc:picChg>
        <pc:picChg chg="add mod ord">
          <ac:chgData name="chaimaa nmiyesse" userId="ab81736aff8c03c2" providerId="Windows Live" clId="Web-{56364A0C-19B0-43C4-82B4-9500C19CC20E}" dt="2021-08-16T13:08:26.282" v="128"/>
          <ac:picMkLst>
            <pc:docMk/>
            <pc:sldMk cId="1022564768" sldId="393"/>
            <ac:picMk id="3" creationId="{00AECFBD-EF17-4AAE-A083-8F8C4CFD0886}"/>
          </ac:picMkLst>
        </pc:picChg>
        <pc:picChg chg="add mod ord">
          <ac:chgData name="chaimaa nmiyesse" userId="ab81736aff8c03c2" providerId="Windows Live" clId="Web-{56364A0C-19B0-43C4-82B4-9500C19CC20E}" dt="2021-08-16T13:08:26.282" v="128"/>
          <ac:picMkLst>
            <pc:docMk/>
            <pc:sldMk cId="1022564768" sldId="393"/>
            <ac:picMk id="4" creationId="{6599E4BB-3BD0-4C2C-9CB5-B32DB9201F8E}"/>
          </ac:picMkLst>
        </pc:picChg>
        <pc:cxnChg chg="add del">
          <ac:chgData name="chaimaa nmiyesse" userId="ab81736aff8c03c2" providerId="Windows Live" clId="Web-{56364A0C-19B0-43C4-82B4-9500C19CC20E}" dt="2021-08-16T13:00:48.226" v="111"/>
          <ac:cxnSpMkLst>
            <pc:docMk/>
            <pc:sldMk cId="1022564768" sldId="393"/>
            <ac:cxnSpMk id="13" creationId="{8C730EAB-A532-4295-A302-FB4B90DB9F5E}"/>
          </ac:cxnSpMkLst>
        </pc:cxnChg>
        <pc:cxnChg chg="add del">
          <ac:chgData name="chaimaa nmiyesse" userId="ab81736aff8c03c2" providerId="Windows Live" clId="Web-{56364A0C-19B0-43C4-82B4-9500C19CC20E}" dt="2021-08-16T13:08:26.282" v="128"/>
          <ac:cxnSpMkLst>
            <pc:docMk/>
            <pc:sldMk cId="1022564768" sldId="393"/>
            <ac:cxnSpMk id="19" creationId="{5D1CEE39-A6DC-4DE0-9789-206F1A9888BB}"/>
          </ac:cxnSpMkLst>
        </pc:cxnChg>
        <pc:cxnChg chg="add">
          <ac:chgData name="chaimaa nmiyesse" userId="ab81736aff8c03c2" providerId="Windows Live" clId="Web-{56364A0C-19B0-43C4-82B4-9500C19CC20E}" dt="2021-08-16T13:08:26.282" v="128"/>
          <ac:cxnSpMkLst>
            <pc:docMk/>
            <pc:sldMk cId="1022564768" sldId="393"/>
            <ac:cxnSpMk id="30" creationId="{02E9B2EE-76CA-47F3-9977-3F2FCB7FD252}"/>
          </ac:cxnSpMkLst>
        </pc:cxnChg>
      </pc:sldChg>
      <pc:sldChg chg="addSp delSp modSp add replId">
        <pc:chgData name="chaimaa nmiyesse" userId="ab81736aff8c03c2" providerId="Windows Live" clId="Web-{56364A0C-19B0-43C4-82B4-9500C19CC20E}" dt="2021-08-17T16:00:18.276" v="142" actId="14100"/>
        <pc:sldMkLst>
          <pc:docMk/>
          <pc:sldMk cId="2043742183" sldId="394"/>
        </pc:sldMkLst>
        <pc:spChg chg="del">
          <ac:chgData name="chaimaa nmiyesse" userId="ab81736aff8c03c2" providerId="Windows Live" clId="Web-{56364A0C-19B0-43C4-82B4-9500C19CC20E}" dt="2021-08-16T13:16:43.855" v="136"/>
          <ac:spMkLst>
            <pc:docMk/>
            <pc:sldMk cId="2043742183" sldId="394"/>
            <ac:spMk id="5" creationId="{2E49FD06-2851-41CC-B0C2-AB1E99A3130A}"/>
          </ac:spMkLst>
        </pc:spChg>
        <pc:spChg chg="del">
          <ac:chgData name="chaimaa nmiyesse" userId="ab81736aff8c03c2" providerId="Windows Live" clId="Web-{56364A0C-19B0-43C4-82B4-9500C19CC20E}" dt="2021-08-16T13:16:54.794" v="137"/>
          <ac:spMkLst>
            <pc:docMk/>
            <pc:sldMk cId="2043742183" sldId="394"/>
            <ac:spMk id="24" creationId="{69D184B2-2226-4E31-BCCB-444330767440}"/>
          </ac:spMkLst>
        </pc:spChg>
        <pc:spChg chg="del">
          <ac:chgData name="chaimaa nmiyesse" userId="ab81736aff8c03c2" providerId="Windows Live" clId="Web-{56364A0C-19B0-43C4-82B4-9500C19CC20E}" dt="2021-08-16T13:16:54.794" v="137"/>
          <ac:spMkLst>
            <pc:docMk/>
            <pc:sldMk cId="2043742183" sldId="394"/>
            <ac:spMk id="26" creationId="{1AC4D4E3-486A-464A-8EC8-D44881097267}"/>
          </ac:spMkLst>
        </pc:spChg>
        <pc:spChg chg="del">
          <ac:chgData name="chaimaa nmiyesse" userId="ab81736aff8c03c2" providerId="Windows Live" clId="Web-{56364A0C-19B0-43C4-82B4-9500C19CC20E}" dt="2021-08-16T13:16:54.794" v="137"/>
          <ac:spMkLst>
            <pc:docMk/>
            <pc:sldMk cId="2043742183" sldId="394"/>
            <ac:spMk id="28" creationId="{864DE13E-58EB-4475-B79C-0D4FC651239B}"/>
          </ac:spMkLst>
        </pc:spChg>
        <pc:spChg chg="add">
          <ac:chgData name="chaimaa nmiyesse" userId="ab81736aff8c03c2" providerId="Windows Live" clId="Web-{56364A0C-19B0-43C4-82B4-9500C19CC20E}" dt="2021-08-16T13:16:54.794" v="137"/>
          <ac:spMkLst>
            <pc:docMk/>
            <pc:sldMk cId="2043742183" sldId="394"/>
            <ac:spMk id="35" creationId="{5F879AC3-D4CE-493C-ADC7-06205677F4F8}"/>
          </ac:spMkLst>
        </pc:spChg>
        <pc:spChg chg="add">
          <ac:chgData name="chaimaa nmiyesse" userId="ab81736aff8c03c2" providerId="Windows Live" clId="Web-{56364A0C-19B0-43C4-82B4-9500C19CC20E}" dt="2021-08-16T13:16:54.794" v="137"/>
          <ac:spMkLst>
            <pc:docMk/>
            <pc:sldMk cId="2043742183" sldId="394"/>
            <ac:spMk id="37" creationId="{736F0DFD-0954-464F-BF12-DD2E6F6E0380}"/>
          </ac:spMkLst>
        </pc:spChg>
        <pc:picChg chg="add mod">
          <ac:chgData name="chaimaa nmiyesse" userId="ab81736aff8c03c2" providerId="Windows Live" clId="Web-{56364A0C-19B0-43C4-82B4-9500C19CC20E}" dt="2021-08-17T16:00:18.276" v="142" actId="14100"/>
          <ac:picMkLst>
            <pc:docMk/>
            <pc:sldMk cId="2043742183" sldId="394"/>
            <ac:picMk id="2" creationId="{8E98A312-E438-48C4-A69A-ED26EBD622C9}"/>
          </ac:picMkLst>
        </pc:picChg>
        <pc:picChg chg="del">
          <ac:chgData name="chaimaa nmiyesse" userId="ab81736aff8c03c2" providerId="Windows Live" clId="Web-{56364A0C-19B0-43C4-82B4-9500C19CC20E}" dt="2021-08-16T13:16:36.964" v="135"/>
          <ac:picMkLst>
            <pc:docMk/>
            <pc:sldMk cId="2043742183" sldId="394"/>
            <ac:picMk id="3" creationId="{00AECFBD-EF17-4AAE-A083-8F8C4CFD0886}"/>
          </ac:picMkLst>
        </pc:picChg>
        <pc:picChg chg="del">
          <ac:chgData name="chaimaa nmiyesse" userId="ab81736aff8c03c2" providerId="Windows Live" clId="Web-{56364A0C-19B0-43C4-82B4-9500C19CC20E}" dt="2021-08-16T13:16:34.230" v="134"/>
          <ac:picMkLst>
            <pc:docMk/>
            <pc:sldMk cId="2043742183" sldId="394"/>
            <ac:picMk id="4" creationId="{6599E4BB-3BD0-4C2C-9CB5-B32DB9201F8E}"/>
          </ac:picMkLst>
        </pc:picChg>
        <pc:cxnChg chg="del">
          <ac:chgData name="chaimaa nmiyesse" userId="ab81736aff8c03c2" providerId="Windows Live" clId="Web-{56364A0C-19B0-43C4-82B4-9500C19CC20E}" dt="2021-08-16T13:16:54.794" v="137"/>
          <ac:cxnSpMkLst>
            <pc:docMk/>
            <pc:sldMk cId="2043742183" sldId="394"/>
            <ac:cxnSpMk id="30" creationId="{02E9B2EE-76CA-47F3-9977-3F2FCB7FD252}"/>
          </ac:cxnSpMkLst>
        </pc:cxnChg>
      </pc:sldChg>
    </pc:docChg>
  </pc:docChgLst>
  <pc:docChgLst>
    <pc:chgData name="chaimaa nmiyesse" userId="ab81736aff8c03c2" providerId="Windows Live" clId="Web-{16628225-FFAE-4126-A186-B87D79244B29}"/>
    <pc:docChg chg="addSld delSld modSld sldOrd addMainMaster">
      <pc:chgData name="chaimaa nmiyesse" userId="ab81736aff8c03c2" providerId="Windows Live" clId="Web-{16628225-FFAE-4126-A186-B87D79244B29}" dt="2022-06-26T05:16:19.460" v="304"/>
      <pc:docMkLst>
        <pc:docMk/>
      </pc:docMkLst>
      <pc:sldChg chg="addSp delSp modSp mod ord modClrScheme chgLayout">
        <pc:chgData name="chaimaa nmiyesse" userId="ab81736aff8c03c2" providerId="Windows Live" clId="Web-{16628225-FFAE-4126-A186-B87D79244B29}" dt="2022-06-26T05:05:07.598" v="290"/>
        <pc:sldMkLst>
          <pc:docMk/>
          <pc:sldMk cId="3979649407" sldId="259"/>
        </pc:sldMkLst>
        <pc:spChg chg="mod ord">
          <ac:chgData name="chaimaa nmiyesse" userId="ab81736aff8c03c2" providerId="Windows Live" clId="Web-{16628225-FFAE-4126-A186-B87D79244B29}" dt="2022-06-26T05:03:05.162" v="272"/>
          <ac:spMkLst>
            <pc:docMk/>
            <pc:sldMk cId="3979649407" sldId="259"/>
            <ac:spMk id="2" creationId="{D9B85F3A-0D98-4AE5-8CED-AA4A4CF82188}"/>
          </ac:spMkLst>
        </pc:spChg>
        <pc:spChg chg="del mod">
          <ac:chgData name="chaimaa nmiyesse" userId="ab81736aff8c03c2" providerId="Windows Live" clId="Web-{16628225-FFAE-4126-A186-B87D79244B29}" dt="2022-06-26T05:02:05.517" v="265"/>
          <ac:spMkLst>
            <pc:docMk/>
            <pc:sldMk cId="3979649407" sldId="259"/>
            <ac:spMk id="3" creationId="{7425E295-6C82-46F7-80CE-A9E67A6D5728}"/>
          </ac:spMkLst>
        </pc:spChg>
        <pc:spChg chg="add mod">
          <ac:chgData name="chaimaa nmiyesse" userId="ab81736aff8c03c2" providerId="Windows Live" clId="Web-{16628225-FFAE-4126-A186-B87D79244B29}" dt="2022-06-26T05:04:47.613" v="289" actId="1076"/>
          <ac:spMkLst>
            <pc:docMk/>
            <pc:sldMk cId="3979649407" sldId="259"/>
            <ac:spMk id="4" creationId="{7B9BDCDF-577E-2E2B-F43C-8CF74A25CD7A}"/>
          </ac:spMkLst>
        </pc:spChg>
        <pc:spChg chg="del">
          <ac:chgData name="chaimaa nmiyesse" userId="ab81736aff8c03c2" providerId="Windows Live" clId="Web-{16628225-FFAE-4126-A186-B87D79244B29}" dt="2022-06-26T05:01:53.594" v="259"/>
          <ac:spMkLst>
            <pc:docMk/>
            <pc:sldMk cId="3979649407" sldId="259"/>
            <ac:spMk id="5" creationId="{90C6254C-91BE-4A87-9DDA-6FD340B5B538}"/>
          </ac:spMkLst>
        </pc:spChg>
        <pc:spChg chg="add del mod ord">
          <ac:chgData name="chaimaa nmiyesse" userId="ab81736aff8c03c2" providerId="Windows Live" clId="Web-{16628225-FFAE-4126-A186-B87D79244B29}" dt="2022-06-26T05:03:05.162" v="272"/>
          <ac:spMkLst>
            <pc:docMk/>
            <pc:sldMk cId="3979649407" sldId="259"/>
            <ac:spMk id="6" creationId="{DBAB9650-4170-17AF-B7CC-91E6780B200D}"/>
          </ac:spMkLst>
        </pc:spChg>
        <pc:spChg chg="add del mod ord">
          <ac:chgData name="chaimaa nmiyesse" userId="ab81736aff8c03c2" providerId="Windows Live" clId="Web-{16628225-FFAE-4126-A186-B87D79244B29}" dt="2022-06-26T05:03:05.162" v="272"/>
          <ac:spMkLst>
            <pc:docMk/>
            <pc:sldMk cId="3979649407" sldId="259"/>
            <ac:spMk id="7" creationId="{483D7578-C480-C971-EBAD-072A626EDB54}"/>
          </ac:spMkLst>
        </pc:spChg>
        <pc:spChg chg="add del mod ord">
          <ac:chgData name="chaimaa nmiyesse" userId="ab81736aff8c03c2" providerId="Windows Live" clId="Web-{16628225-FFAE-4126-A186-B87D79244B29}" dt="2022-06-26T05:03:05.162" v="272"/>
          <ac:spMkLst>
            <pc:docMk/>
            <pc:sldMk cId="3979649407" sldId="259"/>
            <ac:spMk id="8" creationId="{BC6062C7-0721-2B22-E504-A948EA9676EB}"/>
          </ac:spMkLst>
        </pc:spChg>
        <pc:spChg chg="add del mod ord">
          <ac:chgData name="chaimaa nmiyesse" userId="ab81736aff8c03c2" providerId="Windows Live" clId="Web-{16628225-FFAE-4126-A186-B87D79244B29}" dt="2022-06-26T05:03:05.162" v="272"/>
          <ac:spMkLst>
            <pc:docMk/>
            <pc:sldMk cId="3979649407" sldId="259"/>
            <ac:spMk id="9" creationId="{C6B57CF9-A870-7E39-F1A3-EAD6EE0C35BE}"/>
          </ac:spMkLst>
        </pc:spChg>
        <pc:spChg chg="del">
          <ac:chgData name="chaimaa nmiyesse" userId="ab81736aff8c03c2" providerId="Windows Live" clId="Web-{16628225-FFAE-4126-A186-B87D79244B29}" dt="2022-06-26T05:02:09.439" v="266"/>
          <ac:spMkLst>
            <pc:docMk/>
            <pc:sldMk cId="3979649407" sldId="259"/>
            <ac:spMk id="14" creationId="{CCA69C0B-39C5-4548-9E4A-FDFA046A2B0D}"/>
          </ac:spMkLst>
        </pc:spChg>
        <pc:spChg chg="del">
          <ac:chgData name="chaimaa nmiyesse" userId="ab81736aff8c03c2" providerId="Windows Live" clId="Web-{16628225-FFAE-4126-A186-B87D79244B29}" dt="2022-06-26T05:02:12.861" v="267"/>
          <ac:spMkLst>
            <pc:docMk/>
            <pc:sldMk cId="3979649407" sldId="259"/>
            <ac:spMk id="18" creationId="{5C008A21-A229-43D7-A374-BC3FD795D2D4}"/>
          </ac:spMkLst>
        </pc:spChg>
        <pc:spChg chg="del">
          <ac:chgData name="chaimaa nmiyesse" userId="ab81736aff8c03c2" providerId="Windows Live" clId="Web-{16628225-FFAE-4126-A186-B87D79244B29}" dt="2022-06-26T05:01:53.594" v="262"/>
          <ac:spMkLst>
            <pc:docMk/>
            <pc:sldMk cId="3979649407" sldId="259"/>
            <ac:spMk id="19" creationId="{584E85FE-6755-4037-861A-67353BB57A06}"/>
          </ac:spMkLst>
        </pc:spChg>
        <pc:spChg chg="del">
          <ac:chgData name="chaimaa nmiyesse" userId="ab81736aff8c03c2" providerId="Windows Live" clId="Web-{16628225-FFAE-4126-A186-B87D79244B29}" dt="2022-06-26T05:01:13.513" v="257"/>
          <ac:spMkLst>
            <pc:docMk/>
            <pc:sldMk cId="3979649407" sldId="259"/>
            <ac:spMk id="25" creationId="{B944982E-82B8-4CAF-B5AC-BA7DB14A56D5}"/>
          </ac:spMkLst>
        </pc:spChg>
        <pc:spChg chg="del">
          <ac:chgData name="chaimaa nmiyesse" userId="ab81736aff8c03c2" providerId="Windows Live" clId="Web-{16628225-FFAE-4126-A186-B87D79244B29}" dt="2022-06-26T05:01:53.594" v="260"/>
          <ac:spMkLst>
            <pc:docMk/>
            <pc:sldMk cId="3979649407" sldId="259"/>
            <ac:spMk id="29" creationId="{623FBEE1-DE90-4539-81F1-4787B9ABB0DD}"/>
          </ac:spMkLst>
        </pc:spChg>
        <pc:spChg chg="del">
          <ac:chgData name="chaimaa nmiyesse" userId="ab81736aff8c03c2" providerId="Windows Live" clId="Web-{16628225-FFAE-4126-A186-B87D79244B29}" dt="2022-06-26T05:01:53.594" v="261"/>
          <ac:spMkLst>
            <pc:docMk/>
            <pc:sldMk cId="3979649407" sldId="259"/>
            <ac:spMk id="32" creationId="{06875016-BE07-48D6-9553-FF9BF35FA472}"/>
          </ac:spMkLst>
        </pc:spChg>
        <pc:grpChg chg="del">
          <ac:chgData name="chaimaa nmiyesse" userId="ab81736aff8c03c2" providerId="Windows Live" clId="Web-{16628225-FFAE-4126-A186-B87D79244B29}" dt="2022-06-26T05:01:23.373" v="258"/>
          <ac:grpSpMkLst>
            <pc:docMk/>
            <pc:sldMk cId="3979649407" sldId="259"/>
            <ac:grpSpMk id="24" creationId="{1D7DE9E5-53F4-4055-8315-D0E804AA1EC7}"/>
          </ac:grpSpMkLst>
        </pc:grpChg>
      </pc:sldChg>
      <pc:sldChg chg="delSp modSp">
        <pc:chgData name="chaimaa nmiyesse" userId="ab81736aff8c03c2" providerId="Windows Live" clId="Web-{16628225-FFAE-4126-A186-B87D79244B29}" dt="2022-06-26T05:16:19.460" v="304"/>
        <pc:sldMkLst>
          <pc:docMk/>
          <pc:sldMk cId="1306974338" sldId="350"/>
        </pc:sldMkLst>
        <pc:spChg chg="del topLvl">
          <ac:chgData name="chaimaa nmiyesse" userId="ab81736aff8c03c2" providerId="Windows Live" clId="Web-{16628225-FFAE-4126-A186-B87D79244B29}" dt="2022-06-26T05:16:19.460" v="304"/>
          <ac:spMkLst>
            <pc:docMk/>
            <pc:sldMk cId="1306974338" sldId="350"/>
            <ac:spMk id="32" creationId="{57C283DD-9991-459E-B789-BD1EE9A59867}"/>
          </ac:spMkLst>
        </pc:spChg>
        <pc:spChg chg="del mod topLvl">
          <ac:chgData name="chaimaa nmiyesse" userId="ab81736aff8c03c2" providerId="Windows Live" clId="Web-{16628225-FFAE-4126-A186-B87D79244B29}" dt="2022-06-26T05:16:14.351" v="303"/>
          <ac:spMkLst>
            <pc:docMk/>
            <pc:sldMk cId="1306974338" sldId="350"/>
            <ac:spMk id="33" creationId="{4FD85AA7-F458-4775-B270-12C2D84E7C5B}"/>
          </ac:spMkLst>
        </pc:spChg>
        <pc:spChg chg="del">
          <ac:chgData name="chaimaa nmiyesse" userId="ab81736aff8c03c2" providerId="Windows Live" clId="Web-{16628225-FFAE-4126-A186-B87D79244B29}" dt="2022-06-26T05:15:18.894" v="292"/>
          <ac:spMkLst>
            <pc:docMk/>
            <pc:sldMk cId="1306974338" sldId="350"/>
            <ac:spMk id="40" creationId="{C993B40E-7DFB-4020-B7EA-6F15D4B5855D}"/>
          </ac:spMkLst>
        </pc:spChg>
        <pc:spChg chg="del">
          <ac:chgData name="chaimaa nmiyesse" userId="ab81736aff8c03c2" providerId="Windows Live" clId="Web-{16628225-FFAE-4126-A186-B87D79244B29}" dt="2022-06-26T05:15:20.737" v="293"/>
          <ac:spMkLst>
            <pc:docMk/>
            <pc:sldMk cId="1306974338" sldId="350"/>
            <ac:spMk id="41" creationId="{20614863-C836-4FF7-A40C-9F5B8090C0A6}"/>
          </ac:spMkLst>
        </pc:spChg>
        <pc:spChg chg="del">
          <ac:chgData name="chaimaa nmiyesse" userId="ab81736aff8c03c2" providerId="Windows Live" clId="Web-{16628225-FFAE-4126-A186-B87D79244B29}" dt="2022-06-26T05:15:16.815" v="291"/>
          <ac:spMkLst>
            <pc:docMk/>
            <pc:sldMk cId="1306974338" sldId="350"/>
            <ac:spMk id="42" creationId="{F502ACF8-ED5C-4664-AF86-84A240B50919}"/>
          </ac:spMkLst>
        </pc:spChg>
        <pc:spChg chg="del mod topLvl">
          <ac:chgData name="chaimaa nmiyesse" userId="ab81736aff8c03c2" providerId="Windows Live" clId="Web-{16628225-FFAE-4126-A186-B87D79244B29}" dt="2022-06-26T05:15:47.005" v="300"/>
          <ac:spMkLst>
            <pc:docMk/>
            <pc:sldMk cId="1306974338" sldId="350"/>
            <ac:spMk id="46" creationId="{27C1BFE7-BFC7-478A-B9F0-3CD3AC555976}"/>
          </ac:spMkLst>
        </pc:spChg>
        <pc:spChg chg="del topLvl">
          <ac:chgData name="chaimaa nmiyesse" userId="ab81736aff8c03c2" providerId="Windows Live" clId="Web-{16628225-FFAE-4126-A186-B87D79244B29}" dt="2022-06-26T05:15:49.786" v="301"/>
          <ac:spMkLst>
            <pc:docMk/>
            <pc:sldMk cId="1306974338" sldId="350"/>
            <ac:spMk id="47" creationId="{551EE08A-2188-46C8-B31D-B39CE918B46E}"/>
          </ac:spMkLst>
        </pc:spChg>
        <pc:spChg chg="del mod topLvl">
          <ac:chgData name="chaimaa nmiyesse" userId="ab81736aff8c03c2" providerId="Windows Live" clId="Web-{16628225-FFAE-4126-A186-B87D79244B29}" dt="2022-06-26T05:15:35.504" v="297"/>
          <ac:spMkLst>
            <pc:docMk/>
            <pc:sldMk cId="1306974338" sldId="350"/>
            <ac:spMk id="61" creationId="{48C6C020-A104-41FF-BFC4-8C53158B34FC}"/>
          </ac:spMkLst>
        </pc:spChg>
        <pc:spChg chg="del topLvl">
          <ac:chgData name="chaimaa nmiyesse" userId="ab81736aff8c03c2" providerId="Windows Live" clId="Web-{16628225-FFAE-4126-A186-B87D79244B29}" dt="2022-06-26T05:15:40.161" v="298"/>
          <ac:spMkLst>
            <pc:docMk/>
            <pc:sldMk cId="1306974338" sldId="350"/>
            <ac:spMk id="62" creationId="{A2628CE9-317B-4976-9700-03A498C58AE6}"/>
          </ac:spMkLst>
        </pc:spChg>
        <pc:grpChg chg="del">
          <ac:chgData name="chaimaa nmiyesse" userId="ab81736aff8c03c2" providerId="Windows Live" clId="Web-{16628225-FFAE-4126-A186-B87D79244B29}" dt="2022-06-26T05:16:14.351" v="303"/>
          <ac:grpSpMkLst>
            <pc:docMk/>
            <pc:sldMk cId="1306974338" sldId="350"/>
            <ac:grpSpMk id="31" creationId="{D65C69C6-1C2F-4349-9BAA-387D2846225E}"/>
          </ac:grpSpMkLst>
        </pc:grpChg>
        <pc:grpChg chg="del">
          <ac:chgData name="chaimaa nmiyesse" userId="ab81736aff8c03c2" providerId="Windows Live" clId="Web-{16628225-FFAE-4126-A186-B87D79244B29}" dt="2022-06-26T05:15:47.005" v="300"/>
          <ac:grpSpMkLst>
            <pc:docMk/>
            <pc:sldMk cId="1306974338" sldId="350"/>
            <ac:grpSpMk id="45" creationId="{112C31EA-7DEC-4B45-81A8-692CDF121CE5}"/>
          </ac:grpSpMkLst>
        </pc:grpChg>
        <pc:grpChg chg="del">
          <ac:chgData name="chaimaa nmiyesse" userId="ab81736aff8c03c2" providerId="Windows Live" clId="Web-{16628225-FFAE-4126-A186-B87D79244B29}" dt="2022-06-26T05:15:31.191" v="294"/>
          <ac:grpSpMkLst>
            <pc:docMk/>
            <pc:sldMk cId="1306974338" sldId="350"/>
            <ac:grpSpMk id="57" creationId="{6A671761-1B72-4A4C-8E76-F92A82804EB1}"/>
          </ac:grpSpMkLst>
        </pc:grpChg>
        <pc:grpChg chg="del">
          <ac:chgData name="chaimaa nmiyesse" userId="ab81736aff8c03c2" providerId="Windows Live" clId="Web-{16628225-FFAE-4126-A186-B87D79244B29}" dt="2022-06-26T05:15:35.504" v="297"/>
          <ac:grpSpMkLst>
            <pc:docMk/>
            <pc:sldMk cId="1306974338" sldId="350"/>
            <ac:grpSpMk id="60" creationId="{BE76935C-B62F-45FB-9AB8-15C3BCB2974E}"/>
          </ac:grpSpMkLst>
        </pc:grpChg>
      </pc:sldChg>
      <pc:sldChg chg="modSp">
        <pc:chgData name="chaimaa nmiyesse" userId="ab81736aff8c03c2" providerId="Windows Live" clId="Web-{16628225-FFAE-4126-A186-B87D79244B29}" dt="2022-06-26T03:43:14.624" v="174" actId="20577"/>
        <pc:sldMkLst>
          <pc:docMk/>
          <pc:sldMk cId="116032379" sldId="387"/>
        </pc:sldMkLst>
        <pc:spChg chg="mod">
          <ac:chgData name="chaimaa nmiyesse" userId="ab81736aff8c03c2" providerId="Windows Live" clId="Web-{16628225-FFAE-4126-A186-B87D79244B29}" dt="2022-06-26T03:19:45.300" v="133" actId="20577"/>
          <ac:spMkLst>
            <pc:docMk/>
            <pc:sldMk cId="116032379" sldId="387"/>
            <ac:spMk id="21" creationId="{1E90EB55-5940-4416-A1A2-8DA5DB539714}"/>
          </ac:spMkLst>
        </pc:spChg>
        <pc:spChg chg="mod">
          <ac:chgData name="chaimaa nmiyesse" userId="ab81736aff8c03c2" providerId="Windows Live" clId="Web-{16628225-FFAE-4126-A186-B87D79244B29}" dt="2022-06-26T03:43:14.624" v="174" actId="20577"/>
          <ac:spMkLst>
            <pc:docMk/>
            <pc:sldMk cId="116032379" sldId="387"/>
            <ac:spMk id="22" creationId="{C4C0B963-1DDD-4D0F-B3F9-1DEA32B3896B}"/>
          </ac:spMkLst>
        </pc:spChg>
      </pc:sldChg>
      <pc:sldChg chg="del">
        <pc:chgData name="chaimaa nmiyesse" userId="ab81736aff8c03c2" providerId="Windows Live" clId="Web-{16628225-FFAE-4126-A186-B87D79244B29}" dt="2022-06-26T03:15:43.606" v="55"/>
        <pc:sldMkLst>
          <pc:docMk/>
          <pc:sldMk cId="825024361" sldId="390"/>
        </pc:sldMkLst>
      </pc:sldChg>
      <pc:sldChg chg="new del">
        <pc:chgData name="chaimaa nmiyesse" userId="ab81736aff8c03c2" providerId="Windows Live" clId="Web-{16628225-FFAE-4126-A186-B87D79244B29}" dt="2022-06-26T03:09:58.589" v="2"/>
        <pc:sldMkLst>
          <pc:docMk/>
          <pc:sldMk cId="1533005207" sldId="400"/>
        </pc:sldMkLst>
      </pc:sldChg>
      <pc:sldChg chg="addSp delSp modSp add">
        <pc:chgData name="chaimaa nmiyesse" userId="ab81736aff8c03c2" providerId="Windows Live" clId="Web-{16628225-FFAE-4126-A186-B87D79244B29}" dt="2022-06-26T03:17:51.796" v="72" actId="1076"/>
        <pc:sldMkLst>
          <pc:docMk/>
          <pc:sldMk cId="2301570463" sldId="401"/>
        </pc:sldMkLst>
        <pc:spChg chg="del">
          <ac:chgData name="chaimaa nmiyesse" userId="ab81736aff8c03c2" providerId="Windows Live" clId="Web-{16628225-FFAE-4126-A186-B87D79244B29}" dt="2022-06-26T03:12:58.539" v="37"/>
          <ac:spMkLst>
            <pc:docMk/>
            <pc:sldMk cId="2301570463" sldId="401"/>
            <ac:spMk id="2" creationId="{3E1F8AE3-C01B-435C-89A3-27C32A273F68}"/>
          </ac:spMkLst>
        </pc:spChg>
        <pc:spChg chg="del">
          <ac:chgData name="chaimaa nmiyesse" userId="ab81736aff8c03c2" providerId="Windows Live" clId="Web-{16628225-FFAE-4126-A186-B87D79244B29}" dt="2022-06-26T03:12:58.539" v="36"/>
          <ac:spMkLst>
            <pc:docMk/>
            <pc:sldMk cId="2301570463" sldId="401"/>
            <ac:spMk id="3" creationId="{F4C2060B-6338-4405-85DD-DD14C6E1F649}"/>
          </ac:spMkLst>
        </pc:spChg>
        <pc:spChg chg="del">
          <ac:chgData name="chaimaa nmiyesse" userId="ab81736aff8c03c2" providerId="Windows Live" clId="Web-{16628225-FFAE-4126-A186-B87D79244B29}" dt="2022-06-26T03:12:58.539" v="34"/>
          <ac:spMkLst>
            <pc:docMk/>
            <pc:sldMk cId="2301570463" sldId="401"/>
            <ac:spMk id="10" creationId="{24E0751F-F295-41A4-93AC-3CD236162666}"/>
          </ac:spMkLst>
        </pc:spChg>
        <pc:spChg chg="del">
          <ac:chgData name="chaimaa nmiyesse" userId="ab81736aff8c03c2" providerId="Windows Live" clId="Web-{16628225-FFAE-4126-A186-B87D79244B29}" dt="2022-06-26T03:12:58.539" v="33"/>
          <ac:spMkLst>
            <pc:docMk/>
            <pc:sldMk cId="2301570463" sldId="401"/>
            <ac:spMk id="11" creationId="{FA5D016A-9854-4E41-A13C-F8CDB5053D44}"/>
          </ac:spMkLst>
        </pc:spChg>
        <pc:spChg chg="del">
          <ac:chgData name="chaimaa nmiyesse" userId="ab81736aff8c03c2" providerId="Windows Live" clId="Web-{16628225-FFAE-4126-A186-B87D79244B29}" dt="2022-06-26T03:12:58.539" v="32"/>
          <ac:spMkLst>
            <pc:docMk/>
            <pc:sldMk cId="2301570463" sldId="401"/>
            <ac:spMk id="12" creationId="{2247C735-A4A6-4C2F-8039-84F8B26CE402}"/>
          </ac:spMkLst>
        </pc:spChg>
        <pc:spChg chg="del">
          <ac:chgData name="chaimaa nmiyesse" userId="ab81736aff8c03c2" providerId="Windows Live" clId="Web-{16628225-FFAE-4126-A186-B87D79244B29}" dt="2022-06-26T03:12:58.539" v="30"/>
          <ac:spMkLst>
            <pc:docMk/>
            <pc:sldMk cId="2301570463" sldId="401"/>
            <ac:spMk id="16" creationId="{DAFCB517-06E7-4D53-824B-5D5A0FA4BF48}"/>
          </ac:spMkLst>
        </pc:spChg>
        <pc:spChg chg="add del mod">
          <ac:chgData name="chaimaa nmiyesse" userId="ab81736aff8c03c2" providerId="Windows Live" clId="Web-{16628225-FFAE-4126-A186-B87D79244B29}" dt="2022-06-26T03:12:27.398" v="23"/>
          <ac:spMkLst>
            <pc:docMk/>
            <pc:sldMk cId="2301570463" sldId="401"/>
            <ac:spMk id="17" creationId="{858185D4-6545-542B-5922-433366AD8DBF}"/>
          </ac:spMkLst>
        </pc:spChg>
        <pc:spChg chg="del">
          <ac:chgData name="chaimaa nmiyesse" userId="ab81736aff8c03c2" providerId="Windows Live" clId="Web-{16628225-FFAE-4126-A186-B87D79244B29}" dt="2022-06-26T03:12:58.539" v="29"/>
          <ac:spMkLst>
            <pc:docMk/>
            <pc:sldMk cId="2301570463" sldId="401"/>
            <ac:spMk id="18" creationId="{C82E854A-188F-461D-9B2D-F86FBED6C556}"/>
          </ac:spMkLst>
        </pc:spChg>
        <pc:spChg chg="del">
          <ac:chgData name="chaimaa nmiyesse" userId="ab81736aff8c03c2" providerId="Windows Live" clId="Web-{16628225-FFAE-4126-A186-B87D79244B29}" dt="2022-06-26T03:12:58.539" v="28"/>
          <ac:spMkLst>
            <pc:docMk/>
            <pc:sldMk cId="2301570463" sldId="401"/>
            <ac:spMk id="19" creationId="{D7C1074E-D0BB-4304-9345-165C80E8AB92}"/>
          </ac:spMkLst>
        </pc:spChg>
        <pc:spChg chg="del mod">
          <ac:chgData name="chaimaa nmiyesse" userId="ab81736aff8c03c2" providerId="Windows Live" clId="Web-{16628225-FFAE-4126-A186-B87D79244B29}" dt="2022-06-26T03:12:33.695" v="25"/>
          <ac:spMkLst>
            <pc:docMk/>
            <pc:sldMk cId="2301570463" sldId="401"/>
            <ac:spMk id="23" creationId="{907E0277-AF0F-4CD9-A917-18B6510F761E}"/>
          </ac:spMkLst>
        </pc:spChg>
        <pc:spChg chg="del mod">
          <ac:chgData name="chaimaa nmiyesse" userId="ab81736aff8c03c2" providerId="Windows Live" clId="Web-{16628225-FFAE-4126-A186-B87D79244B29}" dt="2022-06-26T03:16:01.622" v="58"/>
          <ac:spMkLst>
            <pc:docMk/>
            <pc:sldMk cId="2301570463" sldId="401"/>
            <ac:spMk id="25" creationId="{3F3F57AF-091C-AB96-2CB5-97B88AFF1744}"/>
          </ac:spMkLst>
        </pc:spChg>
        <pc:spChg chg="mod">
          <ac:chgData name="chaimaa nmiyesse" userId="ab81736aff8c03c2" providerId="Windows Live" clId="Web-{16628225-FFAE-4126-A186-B87D79244B29}" dt="2022-06-26T03:11:45.522" v="12"/>
          <ac:spMkLst>
            <pc:docMk/>
            <pc:sldMk cId="2301570463" sldId="401"/>
            <ac:spMk id="26" creationId="{063DBFB7-A2D3-62A3-2ABF-4C7C6B85491C}"/>
          </ac:spMkLst>
        </pc:spChg>
        <pc:spChg chg="mod">
          <ac:chgData name="chaimaa nmiyesse" userId="ab81736aff8c03c2" providerId="Windows Live" clId="Web-{16628225-FFAE-4126-A186-B87D79244B29}" dt="2022-06-26T03:16:15.185" v="59" actId="1076"/>
          <ac:spMkLst>
            <pc:docMk/>
            <pc:sldMk cId="2301570463" sldId="401"/>
            <ac:spMk id="27" creationId="{CEB1BE45-372D-694F-381B-56B63035946A}"/>
          </ac:spMkLst>
        </pc:spChg>
        <pc:spChg chg="add mod">
          <ac:chgData name="chaimaa nmiyesse" userId="ab81736aff8c03c2" providerId="Windows Live" clId="Web-{16628225-FFAE-4126-A186-B87D79244B29}" dt="2022-06-26T03:15:37.934" v="54" actId="1076"/>
          <ac:spMkLst>
            <pc:docMk/>
            <pc:sldMk cId="2301570463" sldId="401"/>
            <ac:spMk id="30" creationId="{0BBCB924-6CA9-7EF7-666F-B0048CA44CF5}"/>
          </ac:spMkLst>
        </pc:spChg>
        <pc:spChg chg="del mod">
          <ac:chgData name="chaimaa nmiyesse" userId="ab81736aff8c03c2" providerId="Windows Live" clId="Web-{16628225-FFAE-4126-A186-B87D79244B29}" dt="2022-06-26T03:16:28.888" v="62"/>
          <ac:spMkLst>
            <pc:docMk/>
            <pc:sldMk cId="2301570463" sldId="401"/>
            <ac:spMk id="32" creationId="{F63FE5DD-6747-E90D-B27C-0BB90DD7EC0B}"/>
          </ac:spMkLst>
        </pc:spChg>
        <pc:spChg chg="mod">
          <ac:chgData name="chaimaa nmiyesse" userId="ab81736aff8c03c2" providerId="Windows Live" clId="Web-{16628225-FFAE-4126-A186-B87D79244B29}" dt="2022-06-26T03:12:04.460" v="20"/>
          <ac:spMkLst>
            <pc:docMk/>
            <pc:sldMk cId="2301570463" sldId="401"/>
            <ac:spMk id="33" creationId="{DD2110F5-BEDC-6E99-EE72-812B93E308F8}"/>
          </ac:spMkLst>
        </pc:spChg>
        <pc:spChg chg="mod">
          <ac:chgData name="chaimaa nmiyesse" userId="ab81736aff8c03c2" providerId="Windows Live" clId="Web-{16628225-FFAE-4126-A186-B87D79244B29}" dt="2022-06-26T03:17:33.624" v="70" actId="1076"/>
          <ac:spMkLst>
            <pc:docMk/>
            <pc:sldMk cId="2301570463" sldId="401"/>
            <ac:spMk id="34" creationId="{62696BFB-8122-1B94-EB4E-6E64834C5320}"/>
          </ac:spMkLst>
        </pc:spChg>
        <pc:spChg chg="del">
          <ac:chgData name="chaimaa nmiyesse" userId="ab81736aff8c03c2" providerId="Windows Live" clId="Web-{16628225-FFAE-4126-A186-B87D79244B29}" dt="2022-06-26T03:16:39.842" v="64"/>
          <ac:spMkLst>
            <pc:docMk/>
            <pc:sldMk cId="2301570463" sldId="401"/>
            <ac:spMk id="37" creationId="{BBBA9A0D-F5C6-0DB9-E481-BAAC8A03C19F}"/>
          </ac:spMkLst>
        </pc:spChg>
        <pc:spChg chg="mod">
          <ac:chgData name="chaimaa nmiyesse" userId="ab81736aff8c03c2" providerId="Windows Live" clId="Web-{16628225-FFAE-4126-A186-B87D79244B29}" dt="2022-06-26T03:10:59.489" v="10" actId="20577"/>
          <ac:spMkLst>
            <pc:docMk/>
            <pc:sldMk cId="2301570463" sldId="401"/>
            <ac:spMk id="38" creationId="{43646675-C900-10D2-5768-A3F03C768C6C}"/>
          </ac:spMkLst>
        </pc:spChg>
        <pc:spChg chg="mod">
          <ac:chgData name="chaimaa nmiyesse" userId="ab81736aff8c03c2" providerId="Windows Live" clId="Web-{16628225-FFAE-4126-A186-B87D79244B29}" dt="2022-06-26T03:17:51.796" v="72" actId="1076"/>
          <ac:spMkLst>
            <pc:docMk/>
            <pc:sldMk cId="2301570463" sldId="401"/>
            <ac:spMk id="39" creationId="{39AE15F2-4F28-E6FD-4CA5-932961170268}"/>
          </ac:spMkLst>
        </pc:spChg>
        <pc:spChg chg="del">
          <ac:chgData name="chaimaa nmiyesse" userId="ab81736aff8c03c2" providerId="Windows Live" clId="Web-{16628225-FFAE-4126-A186-B87D79244B29}" dt="2022-06-26T03:16:35.420" v="63"/>
          <ac:spMkLst>
            <pc:docMk/>
            <pc:sldMk cId="2301570463" sldId="401"/>
            <ac:spMk id="42" creationId="{D3E8E0E8-60F7-E15F-2165-112CA3841B39}"/>
          </ac:spMkLst>
        </pc:spChg>
        <pc:spChg chg="mod">
          <ac:chgData name="chaimaa nmiyesse" userId="ab81736aff8c03c2" providerId="Windows Live" clId="Web-{16628225-FFAE-4126-A186-B87D79244B29}" dt="2022-06-26T03:15:07.480" v="51"/>
          <ac:spMkLst>
            <pc:docMk/>
            <pc:sldMk cId="2301570463" sldId="401"/>
            <ac:spMk id="43" creationId="{3F80B193-6852-75C6-4E26-B211EBD19D53}"/>
          </ac:spMkLst>
        </pc:spChg>
        <pc:spChg chg="mod">
          <ac:chgData name="chaimaa nmiyesse" userId="ab81736aff8c03c2" providerId="Windows Live" clId="Web-{16628225-FFAE-4126-A186-B87D79244B29}" dt="2022-06-26T03:17:43.687" v="71" actId="1076"/>
          <ac:spMkLst>
            <pc:docMk/>
            <pc:sldMk cId="2301570463" sldId="401"/>
            <ac:spMk id="44" creationId="{9C35560E-F725-A313-0A16-A7D7A2B7C482}"/>
          </ac:spMkLst>
        </pc:spChg>
        <pc:spChg chg="mod">
          <ac:chgData name="chaimaa nmiyesse" userId="ab81736aff8c03c2" providerId="Windows Live" clId="Web-{16628225-FFAE-4126-A186-B87D79244B29}" dt="2022-06-26T03:11:45.569" v="14"/>
          <ac:spMkLst>
            <pc:docMk/>
            <pc:sldMk cId="2301570463" sldId="401"/>
            <ac:spMk id="47" creationId="{DB5A3B33-82E9-AC23-1893-3B827139EDA9}"/>
          </ac:spMkLst>
        </pc:spChg>
        <pc:spChg chg="mod">
          <ac:chgData name="chaimaa nmiyesse" userId="ab81736aff8c03c2" providerId="Windows Live" clId="Web-{16628225-FFAE-4126-A186-B87D79244B29}" dt="2022-06-26T03:11:45.584" v="15"/>
          <ac:spMkLst>
            <pc:docMk/>
            <pc:sldMk cId="2301570463" sldId="401"/>
            <ac:spMk id="48" creationId="{883FE182-539D-6138-BFF1-EFEA28CD091F}"/>
          </ac:spMkLst>
        </pc:spChg>
        <pc:spChg chg="mod">
          <ac:chgData name="chaimaa nmiyesse" userId="ab81736aff8c03c2" providerId="Windows Live" clId="Web-{16628225-FFAE-4126-A186-B87D79244B29}" dt="2022-06-26T03:17:13.608" v="67" actId="1076"/>
          <ac:spMkLst>
            <pc:docMk/>
            <pc:sldMk cId="2301570463" sldId="401"/>
            <ac:spMk id="49" creationId="{082FA814-9433-FCEA-A7D9-E9376CBBFFA5}"/>
          </ac:spMkLst>
        </pc:spChg>
        <pc:grpChg chg="del">
          <ac:chgData name="chaimaa nmiyesse" userId="ab81736aff8c03c2" providerId="Windows Live" clId="Web-{16628225-FFAE-4126-A186-B87D79244B29}" dt="2022-06-26T03:12:58.539" v="35"/>
          <ac:grpSpMkLst>
            <pc:docMk/>
            <pc:sldMk cId="2301570463" sldId="401"/>
            <ac:grpSpMk id="4" creationId="{15D3C4C2-BC76-4001-93BF-C70753735CC8}"/>
          </ac:grpSpMkLst>
        </pc:grpChg>
        <pc:grpChg chg="del">
          <ac:chgData name="chaimaa nmiyesse" userId="ab81736aff8c03c2" providerId="Windows Live" clId="Web-{16628225-FFAE-4126-A186-B87D79244B29}" dt="2022-06-26T03:13:02.695" v="38"/>
          <ac:grpSpMkLst>
            <pc:docMk/>
            <pc:sldMk cId="2301570463" sldId="401"/>
            <ac:grpSpMk id="7" creationId="{1BFFFE62-17F7-4F36-9249-4817E53C5A32}"/>
          </ac:grpSpMkLst>
        </pc:grpChg>
        <pc:grpChg chg="del">
          <ac:chgData name="chaimaa nmiyesse" userId="ab81736aff8c03c2" providerId="Windows Live" clId="Web-{16628225-FFAE-4126-A186-B87D79244B29}" dt="2022-06-26T03:12:58.539" v="31"/>
          <ac:grpSpMkLst>
            <pc:docMk/>
            <pc:sldMk cId="2301570463" sldId="401"/>
            <ac:grpSpMk id="13" creationId="{1E11470B-B3CA-4A5A-894F-0446D3F5145E}"/>
          </ac:grpSpMkLst>
        </pc:grpChg>
        <pc:grpChg chg="del">
          <ac:chgData name="chaimaa nmiyesse" userId="ab81736aff8c03c2" providerId="Windows Live" clId="Web-{16628225-FFAE-4126-A186-B87D79244B29}" dt="2022-06-26T03:13:08.758" v="39"/>
          <ac:grpSpMkLst>
            <pc:docMk/>
            <pc:sldMk cId="2301570463" sldId="401"/>
            <ac:grpSpMk id="20" creationId="{8C0F234B-DB7F-4501-BED1-5AC12AFBEF99}"/>
          </ac:grpSpMkLst>
        </pc:grpChg>
        <pc:grpChg chg="add del mod">
          <ac:chgData name="chaimaa nmiyesse" userId="ab81736aff8c03c2" providerId="Windows Live" clId="Web-{16628225-FFAE-4126-A186-B87D79244B29}" dt="2022-06-26T03:15:55.872" v="57"/>
          <ac:grpSpMkLst>
            <pc:docMk/>
            <pc:sldMk cId="2301570463" sldId="401"/>
            <ac:grpSpMk id="28" creationId="{AF0234B8-50F3-F129-1660-08F05438B324}"/>
          </ac:grpSpMkLst>
        </pc:grpChg>
        <pc:grpChg chg="add mod">
          <ac:chgData name="chaimaa nmiyesse" userId="ab81736aff8c03c2" providerId="Windows Live" clId="Web-{16628225-FFAE-4126-A186-B87D79244B29}" dt="2022-06-26T03:17:25.155" v="69" actId="1076"/>
          <ac:grpSpMkLst>
            <pc:docMk/>
            <pc:sldMk cId="2301570463" sldId="401"/>
            <ac:grpSpMk id="35" creationId="{BE9D415A-BF70-253D-2732-E37ACE2EE6FD}"/>
          </ac:grpSpMkLst>
        </pc:grpChg>
        <pc:grpChg chg="add mod">
          <ac:chgData name="chaimaa nmiyesse" userId="ab81736aff8c03c2" providerId="Windows Live" clId="Web-{16628225-FFAE-4126-A186-B87D79244B29}" dt="2022-06-26T03:14:57.480" v="46" actId="1076"/>
          <ac:grpSpMkLst>
            <pc:docMk/>
            <pc:sldMk cId="2301570463" sldId="401"/>
            <ac:grpSpMk id="40" creationId="{EC67D76D-D631-C7EB-BF01-E5CB24631E44}"/>
          </ac:grpSpMkLst>
        </pc:grpChg>
        <pc:grpChg chg="add mod">
          <ac:chgData name="chaimaa nmiyesse" userId="ab81736aff8c03c2" providerId="Windows Live" clId="Web-{16628225-FFAE-4126-A186-B87D79244B29}" dt="2022-06-26T03:14:57.496" v="47" actId="1076"/>
          <ac:grpSpMkLst>
            <pc:docMk/>
            <pc:sldMk cId="2301570463" sldId="401"/>
            <ac:grpSpMk id="45" creationId="{3EA1D559-1487-E526-DE80-E4945131D315}"/>
          </ac:grpSpMkLst>
        </pc:grpChg>
        <pc:grpChg chg="add del mod">
          <ac:chgData name="chaimaa nmiyesse" userId="ab81736aff8c03c2" providerId="Windows Live" clId="Web-{16628225-FFAE-4126-A186-B87D79244B29}" dt="2022-06-26T03:16:55.217" v="66" actId="1076"/>
          <ac:grpSpMkLst>
            <pc:docMk/>
            <pc:sldMk cId="2301570463" sldId="401"/>
            <ac:grpSpMk id="50" creationId="{1FBE7525-AEBE-E3F6-738A-735E3BCDBF82}"/>
          </ac:grpSpMkLst>
        </pc:grpChg>
      </pc:sldChg>
      <pc:sldChg chg="add ord">
        <pc:chgData name="chaimaa nmiyesse" userId="ab81736aff8c03c2" providerId="Windows Live" clId="Web-{16628225-FFAE-4126-A186-B87D79244B29}" dt="2022-06-26T03:44:13.391" v="176"/>
        <pc:sldMkLst>
          <pc:docMk/>
          <pc:sldMk cId="3609314555" sldId="402"/>
        </pc:sldMkLst>
      </pc:sldChg>
      <pc:sldChg chg="delSp modSp add ord">
        <pc:chgData name="chaimaa nmiyesse" userId="ab81736aff8c03c2" providerId="Windows Live" clId="Web-{16628225-FFAE-4126-A186-B87D79244B29}" dt="2022-06-26T04:30:35.750" v="255" actId="20577"/>
        <pc:sldMkLst>
          <pc:docMk/>
          <pc:sldMk cId="2366433306" sldId="403"/>
        </pc:sldMkLst>
        <pc:spChg chg="mod">
          <ac:chgData name="chaimaa nmiyesse" userId="ab81736aff8c03c2" providerId="Windows Live" clId="Web-{16628225-FFAE-4126-A186-B87D79244B29}" dt="2022-06-26T03:45:58.190" v="187" actId="20577"/>
          <ac:spMkLst>
            <pc:docMk/>
            <pc:sldMk cId="2366433306" sldId="403"/>
            <ac:spMk id="2" creationId="{D735F7F3-C1B5-4B60-A00A-4EB618DDFB5A}"/>
          </ac:spMkLst>
        </pc:spChg>
        <pc:spChg chg="mod">
          <ac:chgData name="chaimaa nmiyesse" userId="ab81736aff8c03c2" providerId="Windows Live" clId="Web-{16628225-FFAE-4126-A186-B87D79244B29}" dt="2022-06-26T04:17:26.813" v="206" actId="20577"/>
          <ac:spMkLst>
            <pc:docMk/>
            <pc:sldMk cId="2366433306" sldId="403"/>
            <ac:spMk id="37" creationId="{B2022FF3-3563-451D-9608-D831AA18AE1B}"/>
          </ac:spMkLst>
        </pc:spChg>
        <pc:spChg chg="del topLvl">
          <ac:chgData name="chaimaa nmiyesse" userId="ab81736aff8c03c2" providerId="Windows Live" clId="Web-{16628225-FFAE-4126-A186-B87D79244B29}" dt="2022-06-26T04:10:18.266" v="195"/>
          <ac:spMkLst>
            <pc:docMk/>
            <pc:sldMk cId="2366433306" sldId="403"/>
            <ac:spMk id="39" creationId="{E2228181-781E-4910-A813-06B900C5F461}"/>
          </ac:spMkLst>
        </pc:spChg>
        <pc:spChg chg="mod topLvl">
          <ac:chgData name="chaimaa nmiyesse" userId="ab81736aff8c03c2" providerId="Windows Live" clId="Web-{16628225-FFAE-4126-A186-B87D79244B29}" dt="2022-06-26T04:17:18.718" v="203" actId="20577"/>
          <ac:spMkLst>
            <pc:docMk/>
            <pc:sldMk cId="2366433306" sldId="403"/>
            <ac:spMk id="40" creationId="{28DD3363-35ED-458F-8FD6-81D34EE746D2}"/>
          </ac:spMkLst>
        </pc:spChg>
        <pc:spChg chg="mod">
          <ac:chgData name="chaimaa nmiyesse" userId="ab81736aff8c03c2" providerId="Windows Live" clId="Web-{16628225-FFAE-4126-A186-B87D79244B29}" dt="2022-06-26T04:22:32.056" v="221" actId="20577"/>
          <ac:spMkLst>
            <pc:docMk/>
            <pc:sldMk cId="2366433306" sldId="403"/>
            <ac:spMk id="41" creationId="{C934D255-FCDE-42F2-BC95-6B8CE0D7CDC8}"/>
          </ac:spMkLst>
        </pc:spChg>
        <pc:spChg chg="del topLvl">
          <ac:chgData name="chaimaa nmiyesse" userId="ab81736aff8c03c2" providerId="Windows Live" clId="Web-{16628225-FFAE-4126-A186-B87D79244B29}" dt="2022-06-26T04:21:37.177" v="210"/>
          <ac:spMkLst>
            <pc:docMk/>
            <pc:sldMk cId="2366433306" sldId="403"/>
            <ac:spMk id="43" creationId="{518E4158-AD16-4C30-ACB0-EFC5EA42B0D8}"/>
          </ac:spMkLst>
        </pc:spChg>
        <pc:spChg chg="mod topLvl">
          <ac:chgData name="chaimaa nmiyesse" userId="ab81736aff8c03c2" providerId="Windows Live" clId="Web-{16628225-FFAE-4126-A186-B87D79244B29}" dt="2022-06-26T04:22:49.886" v="223" actId="20577"/>
          <ac:spMkLst>
            <pc:docMk/>
            <pc:sldMk cId="2366433306" sldId="403"/>
            <ac:spMk id="44" creationId="{CA32179C-91B6-41BA-9489-44E401CA2550}"/>
          </ac:spMkLst>
        </pc:spChg>
        <pc:spChg chg="mod">
          <ac:chgData name="chaimaa nmiyesse" userId="ab81736aff8c03c2" providerId="Windows Live" clId="Web-{16628225-FFAE-4126-A186-B87D79244B29}" dt="2022-06-26T04:30:35.750" v="255" actId="20577"/>
          <ac:spMkLst>
            <pc:docMk/>
            <pc:sldMk cId="2366433306" sldId="403"/>
            <ac:spMk id="45" creationId="{AE4F0F1B-D5A9-46C4-814D-2A343DD11E59}"/>
          </ac:spMkLst>
        </pc:spChg>
        <pc:spChg chg="del topLvl">
          <ac:chgData name="chaimaa nmiyesse" userId="ab81736aff8c03c2" providerId="Windows Live" clId="Web-{16628225-FFAE-4126-A186-B87D79244B29}" dt="2022-06-26T04:29:46.153" v="249"/>
          <ac:spMkLst>
            <pc:docMk/>
            <pc:sldMk cId="2366433306" sldId="403"/>
            <ac:spMk id="47" creationId="{8C56E605-6094-4977-91A6-E6E95BCD5410}"/>
          </ac:spMkLst>
        </pc:spChg>
        <pc:spChg chg="mod topLvl">
          <ac:chgData name="chaimaa nmiyesse" userId="ab81736aff8c03c2" providerId="Windows Live" clId="Web-{16628225-FFAE-4126-A186-B87D79244B29}" dt="2022-06-26T04:29:46.153" v="249"/>
          <ac:spMkLst>
            <pc:docMk/>
            <pc:sldMk cId="2366433306" sldId="403"/>
            <ac:spMk id="48" creationId="{14C7C088-CED9-4D5D-BC45-A7D24425D6C3}"/>
          </ac:spMkLst>
        </pc:spChg>
        <pc:spChg chg="mod">
          <ac:chgData name="chaimaa nmiyesse" userId="ab81736aff8c03c2" providerId="Windows Live" clId="Web-{16628225-FFAE-4126-A186-B87D79244B29}" dt="2022-06-26T04:28:01.927" v="244" actId="20577"/>
          <ac:spMkLst>
            <pc:docMk/>
            <pc:sldMk cId="2366433306" sldId="403"/>
            <ac:spMk id="49" creationId="{3B93119B-6333-42C6-895A-8C523B361F21}"/>
          </ac:spMkLst>
        </pc:spChg>
        <pc:spChg chg="del topLvl">
          <ac:chgData name="chaimaa nmiyesse" userId="ab81736aff8c03c2" providerId="Windows Live" clId="Web-{16628225-FFAE-4126-A186-B87D79244B29}" dt="2022-06-26T04:28:05.146" v="245"/>
          <ac:spMkLst>
            <pc:docMk/>
            <pc:sldMk cId="2366433306" sldId="403"/>
            <ac:spMk id="51" creationId="{C09FDF8A-874D-4BA2-8762-F890E8F20C19}"/>
          </ac:spMkLst>
        </pc:spChg>
        <pc:spChg chg="mod topLvl">
          <ac:chgData name="chaimaa nmiyesse" userId="ab81736aff8c03c2" providerId="Windows Live" clId="Web-{16628225-FFAE-4126-A186-B87D79244B29}" dt="2022-06-26T04:28:05.146" v="245"/>
          <ac:spMkLst>
            <pc:docMk/>
            <pc:sldMk cId="2366433306" sldId="403"/>
            <ac:spMk id="52" creationId="{1A71E840-6DF7-4532-BC97-D1872481F81C}"/>
          </ac:spMkLst>
        </pc:spChg>
        <pc:grpChg chg="del">
          <ac:chgData name="chaimaa nmiyesse" userId="ab81736aff8c03c2" providerId="Windows Live" clId="Web-{16628225-FFAE-4126-A186-B87D79244B29}" dt="2022-06-26T04:10:18.266" v="195"/>
          <ac:grpSpMkLst>
            <pc:docMk/>
            <pc:sldMk cId="2366433306" sldId="403"/>
            <ac:grpSpMk id="38" creationId="{B3BE7AFE-009C-4999-B28E-B95AF03550A2}"/>
          </ac:grpSpMkLst>
        </pc:grpChg>
        <pc:grpChg chg="del">
          <ac:chgData name="chaimaa nmiyesse" userId="ab81736aff8c03c2" providerId="Windows Live" clId="Web-{16628225-FFAE-4126-A186-B87D79244B29}" dt="2022-06-26T04:21:37.177" v="210"/>
          <ac:grpSpMkLst>
            <pc:docMk/>
            <pc:sldMk cId="2366433306" sldId="403"/>
            <ac:grpSpMk id="42" creationId="{23A2F312-DBEE-422E-843B-3F15F21D878F}"/>
          </ac:grpSpMkLst>
        </pc:grpChg>
        <pc:grpChg chg="del">
          <ac:chgData name="chaimaa nmiyesse" userId="ab81736aff8c03c2" providerId="Windows Live" clId="Web-{16628225-FFAE-4126-A186-B87D79244B29}" dt="2022-06-26T04:29:46.153" v="249"/>
          <ac:grpSpMkLst>
            <pc:docMk/>
            <pc:sldMk cId="2366433306" sldId="403"/>
            <ac:grpSpMk id="46" creationId="{02A35EBA-7987-417F-B986-FFB38E8A2F6C}"/>
          </ac:grpSpMkLst>
        </pc:grpChg>
        <pc:grpChg chg="del">
          <ac:chgData name="chaimaa nmiyesse" userId="ab81736aff8c03c2" providerId="Windows Live" clId="Web-{16628225-FFAE-4126-A186-B87D79244B29}" dt="2022-06-26T04:28:05.146" v="245"/>
          <ac:grpSpMkLst>
            <pc:docMk/>
            <pc:sldMk cId="2366433306" sldId="403"/>
            <ac:grpSpMk id="50" creationId="{770698CD-047F-4EB7-AD82-A136DB1E60E9}"/>
          </ac:grpSpMkLst>
        </pc:grpChg>
      </pc:sldChg>
      <pc:sldMasterChg chg="add addSldLayout">
        <pc:chgData name="chaimaa nmiyesse" userId="ab81736aff8c03c2" providerId="Windows Live" clId="Web-{16628225-FFAE-4126-A186-B87D79244B29}" dt="2022-06-26T03:09:50.011" v="1"/>
        <pc:sldMasterMkLst>
          <pc:docMk/>
          <pc:sldMasterMk cId="1615311501" sldId="2147483694"/>
        </pc:sldMasterMkLst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3449694420" sldId="2147483653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3833295095" sldId="2147483677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1199585678" sldId="2147483679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3918837966" sldId="2147483683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1566819843" sldId="2147483689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1899324262" sldId="2147483695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3782320069" sldId="2147483696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768664198" sldId="2147483697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3220445115" sldId="2147483698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4292667485" sldId="2147483699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2445283475" sldId="2147483700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648684626" sldId="2147483701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2645574303" sldId="2147483702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3750974003" sldId="2147483703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1216366204" sldId="2147483704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3974830917" sldId="2147483705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1279604065" sldId="2147483706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2446392755" sldId="2147483707"/>
          </pc:sldLayoutMkLst>
        </pc:sldLayoutChg>
        <pc:sldLayoutChg chg="add">
          <pc:chgData name="chaimaa nmiyesse" userId="ab81736aff8c03c2" providerId="Windows Live" clId="Web-{16628225-FFAE-4126-A186-B87D79244B29}" dt="2022-06-26T03:09:50.011" v="1"/>
          <pc:sldLayoutMkLst>
            <pc:docMk/>
            <pc:sldMasterMk cId="1615311501" sldId="2147483694"/>
            <pc:sldLayoutMk cId="313676580" sldId="214748370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6/27/2022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E935CE68-3D54-4452-B26E-2FE370F30D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19053" y="1868410"/>
            <a:ext cx="1872000" cy="18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2187981D-D41E-4EBD-ABD9-6292E030A6C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645343" y="1868410"/>
            <a:ext cx="1872000" cy="18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32D4CEB-44E3-4023-9D14-C480D46C7F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71633" y="1868410"/>
            <a:ext cx="1872000" cy="18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29CC7372-8728-4F82-BF14-4D072461BC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97922" y="1868410"/>
            <a:ext cx="1872000" cy="18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144000" tIns="0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141101" cy="4176000"/>
          </a:xfrm>
          <a:prstGeom prst="rect">
            <a:avLst/>
          </a:prstGeom>
          <a:solidFill>
            <a:srgbClr val="BEBFBF">
              <a:alpha val="30000"/>
            </a:srgbClr>
          </a:solidFill>
        </p:spPr>
        <p:txBody>
          <a:bodyPr tIns="288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6281560" y="0"/>
            <a:ext cx="2880000" cy="2016000"/>
          </a:xfrm>
          <a:prstGeom prst="rect">
            <a:avLst/>
          </a:prstGeom>
          <a:solidFill>
            <a:srgbClr val="BEBFBF">
              <a:alpha val="30000"/>
            </a:srgbClr>
          </a:solidFill>
        </p:spPr>
        <p:txBody>
          <a:bodyPr tIns="288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281560" y="2160786"/>
            <a:ext cx="2880000" cy="2016000"/>
          </a:xfrm>
          <a:prstGeom prst="rect">
            <a:avLst/>
          </a:prstGeom>
          <a:solidFill>
            <a:srgbClr val="BEBFBF">
              <a:alpha val="30000"/>
            </a:srgbClr>
          </a:solidFill>
        </p:spPr>
        <p:txBody>
          <a:bodyPr tIns="288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9305596" y="-4215"/>
            <a:ext cx="2880000" cy="2016000"/>
          </a:xfrm>
          <a:prstGeom prst="rect">
            <a:avLst/>
          </a:prstGeom>
          <a:solidFill>
            <a:srgbClr val="BEBFBF">
              <a:alpha val="30000"/>
            </a:srgbClr>
          </a:solidFill>
        </p:spPr>
        <p:txBody>
          <a:bodyPr tIns="288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15" hasCustomPrompt="1"/>
          </p:nvPr>
        </p:nvSpPr>
        <p:spPr>
          <a:xfrm>
            <a:off x="9305596" y="2156571"/>
            <a:ext cx="2880000" cy="2016000"/>
          </a:xfrm>
          <a:prstGeom prst="rect">
            <a:avLst/>
          </a:prstGeom>
          <a:solidFill>
            <a:srgbClr val="BEBFBF">
              <a:alpha val="30000"/>
            </a:srgbClr>
          </a:solidFill>
        </p:spPr>
        <p:txBody>
          <a:bodyPr tIns="288000" anchor="ctr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0">
                <a:latin typeface="+mn-lt"/>
                <a:cs typeface="Arial" pitchFamily="34" charset="0"/>
              </a:defRPr>
            </a:lvl1pPr>
          </a:lstStyle>
          <a:p>
            <a:r>
              <a:rPr lang="en-US" altLang="ko-KR"/>
              <a:t>Insert Your Image</a:t>
            </a:r>
            <a:endParaRPr lang="ko-KR" altLang="en-US"/>
          </a:p>
          <a:p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4302000"/>
            <a:ext cx="12192000" cy="25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957333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20">
            <a:extLst>
              <a:ext uri="{FF2B5EF4-FFF2-40B4-BE49-F238E27FC236}">
                <a16:creationId xmlns:a16="http://schemas.microsoft.com/office/drawing/2014/main" id="{6FE311F5-A9A3-4147-874B-14B212E901EC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7381" y="3577044"/>
            <a:ext cx="3100540" cy="3100540"/>
          </a:xfrm>
          <a:custGeom>
            <a:avLst/>
            <a:gdLst>
              <a:gd name="connsiteX0" fmla="*/ 1550270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10 h 3100540"/>
              <a:gd name="connsiteX5" fmla="*/ 1422726 w 3100540"/>
              <a:gd name="connsiteY5" fmla="*/ 3047710 h 3100540"/>
              <a:gd name="connsiteX6" fmla="*/ 52831 w 3100540"/>
              <a:gd name="connsiteY6" fmla="*/ 1677815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70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10"/>
                </a:lnTo>
                <a:cubicBezTo>
                  <a:pt x="1607375" y="3118151"/>
                  <a:pt x="1493167" y="3118151"/>
                  <a:pt x="1422726" y="3047710"/>
                </a:cubicBezTo>
                <a:lnTo>
                  <a:pt x="52831" y="1677815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587381" y="204021"/>
            <a:ext cx="3100540" cy="3100540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90C4F28F-E0C5-4C6F-9778-5071266AA6D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420748" y="1890533"/>
            <a:ext cx="3100541" cy="3100540"/>
          </a:xfrm>
          <a:custGeom>
            <a:avLst/>
            <a:gdLst>
              <a:gd name="connsiteX0" fmla="*/ 1550270 w 3100541"/>
              <a:gd name="connsiteY0" fmla="*/ 0 h 3100540"/>
              <a:gd name="connsiteX1" fmla="*/ 1677815 w 3100541"/>
              <a:gd name="connsiteY1" fmla="*/ 52831 h 3100540"/>
              <a:gd name="connsiteX2" fmla="*/ 3047710 w 3100541"/>
              <a:gd name="connsiteY2" fmla="*/ 1422726 h 3100540"/>
              <a:gd name="connsiteX3" fmla="*/ 3047710 w 3100541"/>
              <a:gd name="connsiteY3" fmla="*/ 1677816 h 3100540"/>
              <a:gd name="connsiteX4" fmla="*/ 1677817 w 3100541"/>
              <a:gd name="connsiteY4" fmla="*/ 3047710 h 3100540"/>
              <a:gd name="connsiteX5" fmla="*/ 1422727 w 3100541"/>
              <a:gd name="connsiteY5" fmla="*/ 3047710 h 3100540"/>
              <a:gd name="connsiteX6" fmla="*/ 52832 w 3100541"/>
              <a:gd name="connsiteY6" fmla="*/ 1677815 h 3100540"/>
              <a:gd name="connsiteX7" fmla="*/ 52832 w 3100541"/>
              <a:gd name="connsiteY7" fmla="*/ 1422724 h 3100540"/>
              <a:gd name="connsiteX8" fmla="*/ 1422725 w 3100541"/>
              <a:gd name="connsiteY8" fmla="*/ 52831 h 3100540"/>
              <a:gd name="connsiteX9" fmla="*/ 1550270 w 3100541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1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10" y="1422726"/>
                </a:lnTo>
                <a:cubicBezTo>
                  <a:pt x="3118152" y="1493167"/>
                  <a:pt x="3118152" y="1607375"/>
                  <a:pt x="3047710" y="1677816"/>
                </a:cubicBezTo>
                <a:lnTo>
                  <a:pt x="1677817" y="3047710"/>
                </a:lnTo>
                <a:cubicBezTo>
                  <a:pt x="1607376" y="3118151"/>
                  <a:pt x="1493168" y="3118151"/>
                  <a:pt x="1422727" y="3047710"/>
                </a:cubicBezTo>
                <a:lnTo>
                  <a:pt x="52832" y="1677815"/>
                </a:lnTo>
                <a:cubicBezTo>
                  <a:pt x="-17610" y="1607373"/>
                  <a:pt x="-17610" y="1493166"/>
                  <a:pt x="52832" y="1422724"/>
                </a:cubicBezTo>
                <a:lnTo>
                  <a:pt x="1422725" y="52831"/>
                </a:lnTo>
                <a:cubicBezTo>
                  <a:pt x="1457946" y="17610"/>
                  <a:pt x="1504108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82739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76F034-829C-43CB-99A2-231813E2D762}"/>
              </a:ext>
            </a:extLst>
          </p:cNvPr>
          <p:cNvSpPr/>
          <p:nvPr userDrawn="1"/>
        </p:nvSpPr>
        <p:spPr>
          <a:xfrm>
            <a:off x="0" y="-38100"/>
            <a:ext cx="12192000" cy="44481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93623B1C-08A0-44F9-BA97-FC3F7AD75840}"/>
              </a:ext>
            </a:extLst>
          </p:cNvPr>
          <p:cNvGrpSpPr/>
          <p:nvPr userDrawn="1"/>
        </p:nvGrpSpPr>
        <p:grpSpPr>
          <a:xfrm>
            <a:off x="7168867" y="1596913"/>
            <a:ext cx="2388835" cy="4199448"/>
            <a:chOff x="445712" y="1449040"/>
            <a:chExt cx="2113018" cy="3924176"/>
          </a:xfrm>
        </p:grpSpPr>
        <p:sp>
          <p:nvSpPr>
            <p:cNvPr id="4" name="Rounded Rectangle 15">
              <a:extLst>
                <a:ext uri="{FF2B5EF4-FFF2-40B4-BE49-F238E27FC236}">
                  <a16:creationId xmlns:a16="http://schemas.microsoft.com/office/drawing/2014/main" id="{BE5673E5-98AD-47FD-962B-FE217CB747D4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" name="Rectangle 16">
              <a:extLst>
                <a:ext uri="{FF2B5EF4-FFF2-40B4-BE49-F238E27FC236}">
                  <a16:creationId xmlns:a16="http://schemas.microsoft.com/office/drawing/2014/main" id="{1265FC34-E4BF-471E-8D22-C579A46D9298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6" name="Group 17">
              <a:extLst>
                <a:ext uri="{FF2B5EF4-FFF2-40B4-BE49-F238E27FC236}">
                  <a16:creationId xmlns:a16="http://schemas.microsoft.com/office/drawing/2014/main" id="{D4E8D89E-9595-41A2-949E-CB678F51CC5B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7" name="Oval 18">
                <a:extLst>
                  <a:ext uri="{FF2B5EF4-FFF2-40B4-BE49-F238E27FC236}">
                    <a16:creationId xmlns:a16="http://schemas.microsoft.com/office/drawing/2014/main" id="{939D6EAE-2D95-4968-A975-9F7AD684432C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8" name="Rounded Rectangle 19">
                <a:extLst>
                  <a:ext uri="{FF2B5EF4-FFF2-40B4-BE49-F238E27FC236}">
                    <a16:creationId xmlns:a16="http://schemas.microsoft.com/office/drawing/2014/main" id="{8136C042-BCCB-4AF9-8E8B-3082409793F5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9" name="그림 개체 틀 2">
            <a:extLst>
              <a:ext uri="{FF2B5EF4-FFF2-40B4-BE49-F238E27FC236}">
                <a16:creationId xmlns:a16="http://schemas.microsoft.com/office/drawing/2014/main" id="{D01886F4-7FA2-4D5D-B76F-FA159B63E040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267717" y="1973173"/>
            <a:ext cx="1400643" cy="337523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0" name="Group 14">
            <a:extLst>
              <a:ext uri="{FF2B5EF4-FFF2-40B4-BE49-F238E27FC236}">
                <a16:creationId xmlns:a16="http://schemas.microsoft.com/office/drawing/2014/main" id="{1AD5D151-26E9-46C5-9B00-1FDE4004394D}"/>
              </a:ext>
            </a:extLst>
          </p:cNvPr>
          <p:cNvGrpSpPr/>
          <p:nvPr userDrawn="1"/>
        </p:nvGrpSpPr>
        <p:grpSpPr>
          <a:xfrm>
            <a:off x="8668360" y="1409273"/>
            <a:ext cx="2565502" cy="4510019"/>
            <a:chOff x="445712" y="1449040"/>
            <a:chExt cx="2113018" cy="3924176"/>
          </a:xfrm>
        </p:grpSpPr>
        <p:sp>
          <p:nvSpPr>
            <p:cNvPr id="11" name="Rounded Rectangle 15">
              <a:extLst>
                <a:ext uri="{FF2B5EF4-FFF2-40B4-BE49-F238E27FC236}">
                  <a16:creationId xmlns:a16="http://schemas.microsoft.com/office/drawing/2014/main" id="{41277381-0908-40FD-8EC0-61489701C56B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6BD0D243-F7E9-4843-85EF-402A8AB3B062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97DB21D8-CB31-46FA-9C6E-2C828785B487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14" name="Oval 18">
                <a:extLst>
                  <a:ext uri="{FF2B5EF4-FFF2-40B4-BE49-F238E27FC236}">
                    <a16:creationId xmlns:a16="http://schemas.microsoft.com/office/drawing/2014/main" id="{5E52AB58-8193-4D63-A81B-7129C367CE61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5" name="Rounded Rectangle 19">
                <a:extLst>
                  <a:ext uri="{FF2B5EF4-FFF2-40B4-BE49-F238E27FC236}">
                    <a16:creationId xmlns:a16="http://schemas.microsoft.com/office/drawing/2014/main" id="{3D20810B-C4CA-48EB-B92D-B769DC2BA710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6" name="그림 개체 틀 2">
            <a:extLst>
              <a:ext uri="{FF2B5EF4-FFF2-40B4-BE49-F238E27FC236}">
                <a16:creationId xmlns:a16="http://schemas.microsoft.com/office/drawing/2014/main" id="{6BC4612F-67F1-4C8A-907E-816F4D231ED2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782893" y="1785534"/>
            <a:ext cx="2337757" cy="362485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/>
              <a:t>Place 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042BDB-2F8A-4632-BB44-DDEED52675C4}"/>
              </a:ext>
            </a:extLst>
          </p:cNvPr>
          <p:cNvSpPr/>
          <p:nvPr userDrawn="1"/>
        </p:nvSpPr>
        <p:spPr>
          <a:xfrm>
            <a:off x="5255664" y="3153398"/>
            <a:ext cx="6355221" cy="3246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8D69A-BFC2-4B10-BE3B-DDECB81DE897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88679" y="458495"/>
            <a:ext cx="9358626" cy="5369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/>
              <a:t>Place Your Picture Here And Send To Back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593208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D328476-41CC-4B15-B6E2-0C38C55067CE}"/>
              </a:ext>
            </a:extLst>
          </p:cNvPr>
          <p:cNvSpPr/>
          <p:nvPr userDrawn="1"/>
        </p:nvSpPr>
        <p:spPr>
          <a:xfrm>
            <a:off x="6908167" y="5662484"/>
            <a:ext cx="4431324" cy="44887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3" name="Graphic 14">
            <a:extLst>
              <a:ext uri="{FF2B5EF4-FFF2-40B4-BE49-F238E27FC236}">
                <a16:creationId xmlns:a16="http://schemas.microsoft.com/office/drawing/2014/main" id="{3A95EA73-645A-4713-A9FF-D8B39FB9507A}"/>
              </a:ext>
            </a:extLst>
          </p:cNvPr>
          <p:cNvGrpSpPr/>
          <p:nvPr userDrawn="1"/>
        </p:nvGrpSpPr>
        <p:grpSpPr>
          <a:xfrm>
            <a:off x="7079704" y="2354198"/>
            <a:ext cx="4354942" cy="3514972"/>
            <a:chOff x="2444748" y="555045"/>
            <a:chExt cx="7282048" cy="572745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976CD34-0CD2-4D5B-A960-4105F855C747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335E67E-5C70-47AD-AC6A-2F80764D4F4F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B4778E0-3695-4F57-B85B-68725FF540BF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C38A7EA-F1B6-4803-9E8F-93CB59D389F2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59920CF-6C46-4587-A341-452D25941DB6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DAD406-5C00-422F-88CD-FA8B68D91A66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A6B2282-4FE5-4D8C-88D0-CFC4B21923BC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F5F4EB-411E-4D42-A1EA-5DDAB07D05C7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044FC344-63A8-4CAC-83DA-6ACB1BF43C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00473" y="2541394"/>
            <a:ext cx="4108512" cy="23723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58D8070-659C-4086-9BAD-ECC71C776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61E928-CD25-4774-8205-A45215F1F2F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348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5324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자유형: 도형 71">
            <a:extLst>
              <a:ext uri="{FF2B5EF4-FFF2-40B4-BE49-F238E27FC236}">
                <a16:creationId xmlns:a16="http://schemas.microsoft.com/office/drawing/2014/main" id="{2A49B234-4043-4882-9511-A782AE39971F}"/>
              </a:ext>
            </a:extLst>
          </p:cNvPr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FB66C5-532B-4BA1-A4C2-ED9DFB4BC247}"/>
              </a:ext>
            </a:extLst>
          </p:cNvPr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94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5BFCFFB-F4D3-48F3-9731-232CD11C7A62}"/>
              </a:ext>
            </a:extLst>
          </p:cNvPr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>
            <a:extLst>
              <a:ext uri="{FF2B5EF4-FFF2-40B4-BE49-F238E27FC236}">
                <a16:creationId xmlns:a16="http://schemas.microsoft.com/office/drawing/2014/main" id="{0006C776-2F6E-4795-A504-2C728D18AB23}"/>
              </a:ext>
            </a:extLst>
          </p:cNvPr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8B14671-BDCE-456F-BCEB-6EBE8A5392A4}"/>
                </a:ext>
              </a:extLst>
            </p:cNvPr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E27BC9E-87DB-494D-8748-79AC9DFDBBA8}"/>
                </a:ext>
              </a:extLst>
            </p:cNvPr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1A2ED31-0FD2-4C41-9BB5-6C6550CA6C98}"/>
                </a:ext>
              </a:extLst>
            </p:cNvPr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>
            <a:extLst>
              <a:ext uri="{FF2B5EF4-FFF2-40B4-BE49-F238E27FC236}">
                <a16:creationId xmlns:a16="http://schemas.microsoft.com/office/drawing/2014/main" id="{6D67C087-C6DD-42B1-8C43-88BCD548F633}"/>
              </a:ext>
            </a:extLst>
          </p:cNvPr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CD70BF-BA61-4DDC-8CB5-EE72ED9468C1}"/>
                </a:ext>
              </a:extLst>
            </p:cNvPr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07775 w 1920177"/>
                <a:gd name="connsiteY17" fmla="*/ 927069 h 1274796"/>
                <a:gd name="connsiteX18" fmla="*/ 1784879 w 1920177"/>
                <a:gd name="connsiteY18" fmla="*/ 918301 h 1274796"/>
                <a:gd name="connsiteX19" fmla="*/ 1836029 w 1920177"/>
                <a:gd name="connsiteY19" fmla="*/ 859600 h 1274796"/>
                <a:gd name="connsiteX20" fmla="*/ 1910805 w 1920177"/>
                <a:gd name="connsiteY20" fmla="*/ 735136 h 1274796"/>
                <a:gd name="connsiteX21" fmla="*/ 1895460 w 1920177"/>
                <a:gd name="connsiteY21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784879 w 1920177"/>
                <a:gd name="connsiteY17" fmla="*/ 918301 h 1274796"/>
                <a:gd name="connsiteX18" fmla="*/ 1836029 w 1920177"/>
                <a:gd name="connsiteY18" fmla="*/ 859600 h 1274796"/>
                <a:gd name="connsiteX19" fmla="*/ 1910805 w 1920177"/>
                <a:gd name="connsiteY19" fmla="*/ 735136 h 1274796"/>
                <a:gd name="connsiteX20" fmla="*/ 1895460 w 1920177"/>
                <a:gd name="connsiteY20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36029 w 1920177"/>
                <a:gd name="connsiteY17" fmla="*/ 859600 h 1274796"/>
                <a:gd name="connsiteX18" fmla="*/ 1910805 w 1920177"/>
                <a:gd name="connsiteY18" fmla="*/ 735136 h 1274796"/>
                <a:gd name="connsiteX19" fmla="*/ 1895460 w 1920177"/>
                <a:gd name="connsiteY19" fmla="*/ 616030 h 1274796"/>
                <a:gd name="connsiteX0" fmla="*/ 1895460 w 1920177"/>
                <a:gd name="connsiteY0" fmla="*/ 616030 h 1274796"/>
                <a:gd name="connsiteX1" fmla="*/ 1829939 w 1920177"/>
                <a:gd name="connsiteY1" fmla="*/ 539306 h 1274796"/>
                <a:gd name="connsiteX2" fmla="*/ 1633135 w 1920177"/>
                <a:gd name="connsiteY2" fmla="*/ 367101 h 1274796"/>
                <a:gd name="connsiteX3" fmla="*/ 1431946 w 1920177"/>
                <a:gd name="connsiteY3" fmla="*/ 220229 h 1274796"/>
                <a:gd name="connsiteX4" fmla="*/ 1122124 w 1920177"/>
                <a:gd name="connsiteY4" fmla="*/ 73112 h 1274796"/>
                <a:gd name="connsiteX5" fmla="*/ 816931 w 1920177"/>
                <a:gd name="connsiteY5" fmla="*/ 2964 h 1274796"/>
                <a:gd name="connsiteX6" fmla="*/ 573360 w 1920177"/>
                <a:gd name="connsiteY6" fmla="*/ 15630 h 1274796"/>
                <a:gd name="connsiteX7" fmla="*/ 289114 w 1920177"/>
                <a:gd name="connsiteY7" fmla="*/ 113058 h 1274796"/>
                <a:gd name="connsiteX8" fmla="*/ 102052 w 1920177"/>
                <a:gd name="connsiteY8" fmla="*/ 262123 h 1274796"/>
                <a:gd name="connsiteX9" fmla="*/ 56991 w 1920177"/>
                <a:gd name="connsiteY9" fmla="*/ 711266 h 1274796"/>
                <a:gd name="connsiteX10" fmla="*/ 258180 w 1920177"/>
                <a:gd name="connsiteY10" fmla="*/ 899302 h 1274796"/>
                <a:gd name="connsiteX11" fmla="*/ 549977 w 1920177"/>
                <a:gd name="connsiteY11" fmla="*/ 1050316 h 1274796"/>
                <a:gd name="connsiteX12" fmla="*/ 879772 w 1920177"/>
                <a:gd name="connsiteY12" fmla="*/ 1181844 h 1274796"/>
                <a:gd name="connsiteX13" fmla="*/ 1159634 w 1920177"/>
                <a:gd name="connsiteY13" fmla="*/ 1270503 h 1274796"/>
                <a:gd name="connsiteX14" fmla="*/ 1272163 w 1920177"/>
                <a:gd name="connsiteY14" fmla="*/ 1270503 h 1274796"/>
                <a:gd name="connsiteX15" fmla="*/ 1408076 w 1920177"/>
                <a:gd name="connsiteY15" fmla="*/ 1214239 h 1274796"/>
                <a:gd name="connsiteX16" fmla="*/ 1738844 w 1920177"/>
                <a:gd name="connsiteY16" fmla="*/ 964579 h 1274796"/>
                <a:gd name="connsiteX17" fmla="*/ 1836029 w 1920177"/>
                <a:gd name="connsiteY17" fmla="*/ 859600 h 1274796"/>
                <a:gd name="connsiteX18" fmla="*/ 1910805 w 1920177"/>
                <a:gd name="connsiteY18" fmla="*/ 735136 h 1274796"/>
                <a:gd name="connsiteX19" fmla="*/ 1895460 w 1920177"/>
                <a:gd name="connsiteY19" fmla="*/ 616030 h 1274796"/>
                <a:gd name="connsiteX0" fmla="*/ 1895460 w 1920177"/>
                <a:gd name="connsiteY0" fmla="*/ 616030 h 1276419"/>
                <a:gd name="connsiteX1" fmla="*/ 1829939 w 1920177"/>
                <a:gd name="connsiteY1" fmla="*/ 539306 h 1276419"/>
                <a:gd name="connsiteX2" fmla="*/ 1633135 w 1920177"/>
                <a:gd name="connsiteY2" fmla="*/ 367101 h 1276419"/>
                <a:gd name="connsiteX3" fmla="*/ 1431946 w 1920177"/>
                <a:gd name="connsiteY3" fmla="*/ 220229 h 1276419"/>
                <a:gd name="connsiteX4" fmla="*/ 1122124 w 1920177"/>
                <a:gd name="connsiteY4" fmla="*/ 73112 h 1276419"/>
                <a:gd name="connsiteX5" fmla="*/ 816931 w 1920177"/>
                <a:gd name="connsiteY5" fmla="*/ 2964 h 1276419"/>
                <a:gd name="connsiteX6" fmla="*/ 573360 w 1920177"/>
                <a:gd name="connsiteY6" fmla="*/ 15630 h 1276419"/>
                <a:gd name="connsiteX7" fmla="*/ 289114 w 1920177"/>
                <a:gd name="connsiteY7" fmla="*/ 113058 h 1276419"/>
                <a:gd name="connsiteX8" fmla="*/ 102052 w 1920177"/>
                <a:gd name="connsiteY8" fmla="*/ 262123 h 1276419"/>
                <a:gd name="connsiteX9" fmla="*/ 56991 w 1920177"/>
                <a:gd name="connsiteY9" fmla="*/ 711266 h 1276419"/>
                <a:gd name="connsiteX10" fmla="*/ 258180 w 1920177"/>
                <a:gd name="connsiteY10" fmla="*/ 899302 h 1276419"/>
                <a:gd name="connsiteX11" fmla="*/ 549977 w 1920177"/>
                <a:gd name="connsiteY11" fmla="*/ 1050316 h 1276419"/>
                <a:gd name="connsiteX12" fmla="*/ 879772 w 1920177"/>
                <a:gd name="connsiteY12" fmla="*/ 1181844 h 1276419"/>
                <a:gd name="connsiteX13" fmla="*/ 1159634 w 1920177"/>
                <a:gd name="connsiteY13" fmla="*/ 1270503 h 1276419"/>
                <a:gd name="connsiteX14" fmla="*/ 1272163 w 1920177"/>
                <a:gd name="connsiteY14" fmla="*/ 1270503 h 1276419"/>
                <a:gd name="connsiteX15" fmla="*/ 1414234 w 1920177"/>
                <a:gd name="connsiteY15" fmla="*/ 1211160 h 1276419"/>
                <a:gd name="connsiteX16" fmla="*/ 1738844 w 1920177"/>
                <a:gd name="connsiteY16" fmla="*/ 964579 h 1276419"/>
                <a:gd name="connsiteX17" fmla="*/ 1836029 w 1920177"/>
                <a:gd name="connsiteY17" fmla="*/ 859600 h 1276419"/>
                <a:gd name="connsiteX18" fmla="*/ 1910805 w 1920177"/>
                <a:gd name="connsiteY18" fmla="*/ 735136 h 1276419"/>
                <a:gd name="connsiteX19" fmla="*/ 1895460 w 1920177"/>
                <a:gd name="connsiteY19" fmla="*/ 616030 h 1276419"/>
                <a:gd name="connsiteX0" fmla="*/ 1895460 w 1920177"/>
                <a:gd name="connsiteY0" fmla="*/ 616030 h 1275785"/>
                <a:gd name="connsiteX1" fmla="*/ 1829939 w 1920177"/>
                <a:gd name="connsiteY1" fmla="*/ 539306 h 1275785"/>
                <a:gd name="connsiteX2" fmla="*/ 1633135 w 1920177"/>
                <a:gd name="connsiteY2" fmla="*/ 367101 h 1275785"/>
                <a:gd name="connsiteX3" fmla="*/ 1431946 w 1920177"/>
                <a:gd name="connsiteY3" fmla="*/ 220229 h 1275785"/>
                <a:gd name="connsiteX4" fmla="*/ 1122124 w 1920177"/>
                <a:gd name="connsiteY4" fmla="*/ 73112 h 1275785"/>
                <a:gd name="connsiteX5" fmla="*/ 816931 w 1920177"/>
                <a:gd name="connsiteY5" fmla="*/ 2964 h 1275785"/>
                <a:gd name="connsiteX6" fmla="*/ 573360 w 1920177"/>
                <a:gd name="connsiteY6" fmla="*/ 15630 h 1275785"/>
                <a:gd name="connsiteX7" fmla="*/ 289114 w 1920177"/>
                <a:gd name="connsiteY7" fmla="*/ 113058 h 1275785"/>
                <a:gd name="connsiteX8" fmla="*/ 102052 w 1920177"/>
                <a:gd name="connsiteY8" fmla="*/ 262123 h 1275785"/>
                <a:gd name="connsiteX9" fmla="*/ 56991 w 1920177"/>
                <a:gd name="connsiteY9" fmla="*/ 711266 h 1275785"/>
                <a:gd name="connsiteX10" fmla="*/ 258180 w 1920177"/>
                <a:gd name="connsiteY10" fmla="*/ 899302 h 1275785"/>
                <a:gd name="connsiteX11" fmla="*/ 549977 w 1920177"/>
                <a:gd name="connsiteY11" fmla="*/ 1050316 h 1275785"/>
                <a:gd name="connsiteX12" fmla="*/ 879772 w 1920177"/>
                <a:gd name="connsiteY12" fmla="*/ 1181844 h 1275785"/>
                <a:gd name="connsiteX13" fmla="*/ 1159634 w 1920177"/>
                <a:gd name="connsiteY13" fmla="*/ 1270503 h 1275785"/>
                <a:gd name="connsiteX14" fmla="*/ 1272163 w 1920177"/>
                <a:gd name="connsiteY14" fmla="*/ 1270503 h 1275785"/>
                <a:gd name="connsiteX15" fmla="*/ 1420392 w 1920177"/>
                <a:gd name="connsiteY15" fmla="*/ 1220396 h 1275785"/>
                <a:gd name="connsiteX16" fmla="*/ 1738844 w 1920177"/>
                <a:gd name="connsiteY16" fmla="*/ 964579 h 1275785"/>
                <a:gd name="connsiteX17" fmla="*/ 1836029 w 1920177"/>
                <a:gd name="connsiteY17" fmla="*/ 859600 h 1275785"/>
                <a:gd name="connsiteX18" fmla="*/ 1910805 w 1920177"/>
                <a:gd name="connsiteY18" fmla="*/ 735136 h 1275785"/>
                <a:gd name="connsiteX19" fmla="*/ 1895460 w 1920177"/>
                <a:gd name="connsiteY19" fmla="*/ 616030 h 1275785"/>
                <a:gd name="connsiteX0" fmla="*/ 1895460 w 1920177"/>
                <a:gd name="connsiteY0" fmla="*/ 616030 h 1275995"/>
                <a:gd name="connsiteX1" fmla="*/ 1829939 w 1920177"/>
                <a:gd name="connsiteY1" fmla="*/ 539306 h 1275995"/>
                <a:gd name="connsiteX2" fmla="*/ 1633135 w 1920177"/>
                <a:gd name="connsiteY2" fmla="*/ 367101 h 1275995"/>
                <a:gd name="connsiteX3" fmla="*/ 1431946 w 1920177"/>
                <a:gd name="connsiteY3" fmla="*/ 220229 h 1275995"/>
                <a:gd name="connsiteX4" fmla="*/ 1122124 w 1920177"/>
                <a:gd name="connsiteY4" fmla="*/ 73112 h 1275995"/>
                <a:gd name="connsiteX5" fmla="*/ 816931 w 1920177"/>
                <a:gd name="connsiteY5" fmla="*/ 2964 h 1275995"/>
                <a:gd name="connsiteX6" fmla="*/ 573360 w 1920177"/>
                <a:gd name="connsiteY6" fmla="*/ 15630 h 1275995"/>
                <a:gd name="connsiteX7" fmla="*/ 289114 w 1920177"/>
                <a:gd name="connsiteY7" fmla="*/ 113058 h 1275995"/>
                <a:gd name="connsiteX8" fmla="*/ 102052 w 1920177"/>
                <a:gd name="connsiteY8" fmla="*/ 262123 h 1275995"/>
                <a:gd name="connsiteX9" fmla="*/ 56991 w 1920177"/>
                <a:gd name="connsiteY9" fmla="*/ 711266 h 1275995"/>
                <a:gd name="connsiteX10" fmla="*/ 258180 w 1920177"/>
                <a:gd name="connsiteY10" fmla="*/ 899302 h 1275995"/>
                <a:gd name="connsiteX11" fmla="*/ 549977 w 1920177"/>
                <a:gd name="connsiteY11" fmla="*/ 1050316 h 1275995"/>
                <a:gd name="connsiteX12" fmla="*/ 879772 w 1920177"/>
                <a:gd name="connsiteY12" fmla="*/ 1181844 h 1275995"/>
                <a:gd name="connsiteX13" fmla="*/ 1159634 w 1920177"/>
                <a:gd name="connsiteY13" fmla="*/ 1270503 h 1275995"/>
                <a:gd name="connsiteX14" fmla="*/ 1272163 w 1920177"/>
                <a:gd name="connsiteY14" fmla="*/ 1270503 h 1275995"/>
                <a:gd name="connsiteX15" fmla="*/ 1417313 w 1920177"/>
                <a:gd name="connsiteY15" fmla="*/ 1217317 h 1275995"/>
                <a:gd name="connsiteX16" fmla="*/ 1738844 w 1920177"/>
                <a:gd name="connsiteY16" fmla="*/ 964579 h 1275995"/>
                <a:gd name="connsiteX17" fmla="*/ 1836029 w 1920177"/>
                <a:gd name="connsiteY17" fmla="*/ 859600 h 1275995"/>
                <a:gd name="connsiteX18" fmla="*/ 1910805 w 1920177"/>
                <a:gd name="connsiteY18" fmla="*/ 735136 h 1275995"/>
                <a:gd name="connsiteX19" fmla="*/ 1895460 w 1920177"/>
                <a:gd name="connsiteY19" fmla="*/ 616030 h 1275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9F29BA9-7248-4B07-8F48-8AEAD8E18D52}"/>
                </a:ext>
              </a:extLst>
            </p:cNvPr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26364B3-7AF3-4796-9273-3B2BDA702A80}"/>
                </a:ext>
              </a:extLst>
            </p:cNvPr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" fmla="*/ 1791460 w 1833764"/>
                <a:gd name="connsiteY0" fmla="*/ 766733 h 1104823"/>
                <a:gd name="connsiteX1" fmla="*/ 1831162 w 1833764"/>
                <a:gd name="connsiteY1" fmla="*/ 653716 h 1104823"/>
                <a:gd name="connsiteX2" fmla="*/ 1824098 w 1833764"/>
                <a:gd name="connsiteY2" fmla="*/ 635692 h 1104823"/>
                <a:gd name="connsiteX3" fmla="*/ 1747617 w 1833764"/>
                <a:gd name="connsiteY3" fmla="*/ 538507 h 1104823"/>
                <a:gd name="connsiteX4" fmla="*/ 1524994 w 1833764"/>
                <a:gd name="connsiteY4" fmla="*/ 346087 h 1104823"/>
                <a:gd name="connsiteX5" fmla="*/ 1378121 w 1833764"/>
                <a:gd name="connsiteY5" fmla="*/ 237942 h 1104823"/>
                <a:gd name="connsiteX6" fmla="*/ 945053 w 1833764"/>
                <a:gd name="connsiteY6" fmla="*/ 43086 h 1104823"/>
                <a:gd name="connsiteX7" fmla="*/ 720481 w 1833764"/>
                <a:gd name="connsiteY7" fmla="*/ 3384 h 1104823"/>
                <a:gd name="connsiteX8" fmla="*/ 583594 w 1833764"/>
                <a:gd name="connsiteY8" fmla="*/ 5576 h 1104823"/>
                <a:gd name="connsiteX9" fmla="*/ 245519 w 1833764"/>
                <a:gd name="connsiteY9" fmla="*/ 96428 h 1104823"/>
                <a:gd name="connsiteX10" fmla="*/ 26549 w 1833764"/>
                <a:gd name="connsiteY10" fmla="*/ 262786 h 1104823"/>
                <a:gd name="connsiteX11" fmla="*/ 0 w 1833764"/>
                <a:gd name="connsiteY11" fmla="*/ 301757 h 1104823"/>
                <a:gd name="connsiteX12" fmla="*/ 104492 w 1833764"/>
                <a:gd name="connsiteY12" fmla="*/ 282759 h 1104823"/>
                <a:gd name="connsiteX13" fmla="*/ 252826 w 1833764"/>
                <a:gd name="connsiteY13" fmla="*/ 318807 h 1104823"/>
                <a:gd name="connsiteX14" fmla="*/ 388982 w 1833764"/>
                <a:gd name="connsiteY14" fmla="*/ 386276 h 1104823"/>
                <a:gd name="connsiteX15" fmla="*/ 549738 w 1833764"/>
                <a:gd name="connsiteY15" fmla="*/ 495639 h 1104823"/>
                <a:gd name="connsiteX16" fmla="*/ 739236 w 1833764"/>
                <a:gd name="connsiteY16" fmla="*/ 655421 h 1104823"/>
                <a:gd name="connsiteX17" fmla="*/ 739236 w 1833764"/>
                <a:gd name="connsiteY17" fmla="*/ 655421 h 1104823"/>
                <a:gd name="connsiteX18" fmla="*/ 968192 w 1833764"/>
                <a:gd name="connsiteY18" fmla="*/ 833471 h 1104823"/>
                <a:gd name="connsiteX19" fmla="*/ 968192 w 1833764"/>
                <a:gd name="connsiteY19" fmla="*/ 833471 h 1104823"/>
                <a:gd name="connsiteX20" fmla="*/ 1216390 w 1833764"/>
                <a:gd name="connsiteY20" fmla="*/ 1002996 h 1104823"/>
                <a:gd name="connsiteX21" fmla="*/ 1343047 w 1833764"/>
                <a:gd name="connsiteY21" fmla="*/ 1085810 h 1104823"/>
                <a:gd name="connsiteX22" fmla="*/ 1386646 w 1833764"/>
                <a:gd name="connsiteY22" fmla="*/ 1104808 h 1104823"/>
                <a:gd name="connsiteX23" fmla="*/ 1441449 w 1833764"/>
                <a:gd name="connsiteY23" fmla="*/ 1076310 h 1104823"/>
                <a:gd name="connsiteX24" fmla="*/ 1791460 w 1833764"/>
                <a:gd name="connsiteY24" fmla="*/ 766733 h 1104823"/>
                <a:gd name="connsiteX25" fmla="*/ 840318 w 1833764"/>
                <a:gd name="connsiteY25" fmla="*/ 736286 h 1104823"/>
                <a:gd name="connsiteX26" fmla="*/ 841779 w 1833764"/>
                <a:gd name="connsiteY26" fmla="*/ 738235 h 1104823"/>
                <a:gd name="connsiteX27" fmla="*/ 840318 w 1833764"/>
                <a:gd name="connsiteY27" fmla="*/ 736286 h 1104823"/>
                <a:gd name="connsiteX28" fmla="*/ 1254631 w 1833764"/>
                <a:gd name="connsiteY28" fmla="*/ 1026135 h 1104823"/>
                <a:gd name="connsiteX29" fmla="*/ 1254631 w 1833764"/>
                <a:gd name="connsiteY29" fmla="*/ 1026135 h 1104823"/>
                <a:gd name="connsiteX30" fmla="*/ 1256092 w 1833764"/>
                <a:gd name="connsiteY30" fmla="*/ 1028083 h 1104823"/>
                <a:gd name="connsiteX31" fmla="*/ 1254631 w 1833764"/>
                <a:gd name="connsiteY31" fmla="*/ 1026135 h 1104823"/>
                <a:gd name="connsiteX0" fmla="*/ 1791460 w 1834540"/>
                <a:gd name="connsiteY0" fmla="*/ 766733 h 1104823"/>
                <a:gd name="connsiteX1" fmla="*/ 1824098 w 1834540"/>
                <a:gd name="connsiteY1" fmla="*/ 635692 h 1104823"/>
                <a:gd name="connsiteX2" fmla="*/ 1747617 w 1834540"/>
                <a:gd name="connsiteY2" fmla="*/ 538507 h 1104823"/>
                <a:gd name="connsiteX3" fmla="*/ 1524994 w 1834540"/>
                <a:gd name="connsiteY3" fmla="*/ 346087 h 1104823"/>
                <a:gd name="connsiteX4" fmla="*/ 1378121 w 1834540"/>
                <a:gd name="connsiteY4" fmla="*/ 237942 h 1104823"/>
                <a:gd name="connsiteX5" fmla="*/ 945053 w 1834540"/>
                <a:gd name="connsiteY5" fmla="*/ 43086 h 1104823"/>
                <a:gd name="connsiteX6" fmla="*/ 720481 w 1834540"/>
                <a:gd name="connsiteY6" fmla="*/ 3384 h 1104823"/>
                <a:gd name="connsiteX7" fmla="*/ 583594 w 1834540"/>
                <a:gd name="connsiteY7" fmla="*/ 5576 h 1104823"/>
                <a:gd name="connsiteX8" fmla="*/ 245519 w 1834540"/>
                <a:gd name="connsiteY8" fmla="*/ 96428 h 1104823"/>
                <a:gd name="connsiteX9" fmla="*/ 26549 w 1834540"/>
                <a:gd name="connsiteY9" fmla="*/ 262786 h 1104823"/>
                <a:gd name="connsiteX10" fmla="*/ 0 w 1834540"/>
                <a:gd name="connsiteY10" fmla="*/ 301757 h 1104823"/>
                <a:gd name="connsiteX11" fmla="*/ 104492 w 1834540"/>
                <a:gd name="connsiteY11" fmla="*/ 282759 h 1104823"/>
                <a:gd name="connsiteX12" fmla="*/ 252826 w 1834540"/>
                <a:gd name="connsiteY12" fmla="*/ 318807 h 1104823"/>
                <a:gd name="connsiteX13" fmla="*/ 388982 w 1834540"/>
                <a:gd name="connsiteY13" fmla="*/ 386276 h 1104823"/>
                <a:gd name="connsiteX14" fmla="*/ 549738 w 1834540"/>
                <a:gd name="connsiteY14" fmla="*/ 495639 h 1104823"/>
                <a:gd name="connsiteX15" fmla="*/ 739236 w 1834540"/>
                <a:gd name="connsiteY15" fmla="*/ 655421 h 1104823"/>
                <a:gd name="connsiteX16" fmla="*/ 739236 w 1834540"/>
                <a:gd name="connsiteY16" fmla="*/ 655421 h 1104823"/>
                <a:gd name="connsiteX17" fmla="*/ 968192 w 1834540"/>
                <a:gd name="connsiteY17" fmla="*/ 833471 h 1104823"/>
                <a:gd name="connsiteX18" fmla="*/ 968192 w 1834540"/>
                <a:gd name="connsiteY18" fmla="*/ 833471 h 1104823"/>
                <a:gd name="connsiteX19" fmla="*/ 1216390 w 1834540"/>
                <a:gd name="connsiteY19" fmla="*/ 1002996 h 1104823"/>
                <a:gd name="connsiteX20" fmla="*/ 1343047 w 1834540"/>
                <a:gd name="connsiteY20" fmla="*/ 1085810 h 1104823"/>
                <a:gd name="connsiteX21" fmla="*/ 1386646 w 1834540"/>
                <a:gd name="connsiteY21" fmla="*/ 1104808 h 1104823"/>
                <a:gd name="connsiteX22" fmla="*/ 1441449 w 1834540"/>
                <a:gd name="connsiteY22" fmla="*/ 1076310 h 1104823"/>
                <a:gd name="connsiteX23" fmla="*/ 1791460 w 1834540"/>
                <a:gd name="connsiteY23" fmla="*/ 766733 h 1104823"/>
                <a:gd name="connsiteX24" fmla="*/ 840318 w 1834540"/>
                <a:gd name="connsiteY24" fmla="*/ 736286 h 1104823"/>
                <a:gd name="connsiteX25" fmla="*/ 841779 w 1834540"/>
                <a:gd name="connsiteY25" fmla="*/ 738235 h 1104823"/>
                <a:gd name="connsiteX26" fmla="*/ 840318 w 1834540"/>
                <a:gd name="connsiteY26" fmla="*/ 736286 h 1104823"/>
                <a:gd name="connsiteX27" fmla="*/ 1254631 w 1834540"/>
                <a:gd name="connsiteY27" fmla="*/ 1026135 h 1104823"/>
                <a:gd name="connsiteX28" fmla="*/ 1254631 w 1834540"/>
                <a:gd name="connsiteY28" fmla="*/ 1026135 h 1104823"/>
                <a:gd name="connsiteX29" fmla="*/ 1256092 w 1834540"/>
                <a:gd name="connsiteY29" fmla="*/ 1028083 h 1104823"/>
                <a:gd name="connsiteX30" fmla="*/ 1254631 w 1834540"/>
                <a:gd name="connsiteY30" fmla="*/ 1026135 h 1104823"/>
                <a:gd name="connsiteX0" fmla="*/ 1782224 w 1830891"/>
                <a:gd name="connsiteY0" fmla="*/ 754418 h 1109932"/>
                <a:gd name="connsiteX1" fmla="*/ 1824098 w 1830891"/>
                <a:gd name="connsiteY1" fmla="*/ 635692 h 1109932"/>
                <a:gd name="connsiteX2" fmla="*/ 1747617 w 1830891"/>
                <a:gd name="connsiteY2" fmla="*/ 538507 h 1109932"/>
                <a:gd name="connsiteX3" fmla="*/ 1524994 w 1830891"/>
                <a:gd name="connsiteY3" fmla="*/ 346087 h 1109932"/>
                <a:gd name="connsiteX4" fmla="*/ 1378121 w 1830891"/>
                <a:gd name="connsiteY4" fmla="*/ 237942 h 1109932"/>
                <a:gd name="connsiteX5" fmla="*/ 945053 w 1830891"/>
                <a:gd name="connsiteY5" fmla="*/ 43086 h 1109932"/>
                <a:gd name="connsiteX6" fmla="*/ 720481 w 1830891"/>
                <a:gd name="connsiteY6" fmla="*/ 3384 h 1109932"/>
                <a:gd name="connsiteX7" fmla="*/ 583594 w 1830891"/>
                <a:gd name="connsiteY7" fmla="*/ 5576 h 1109932"/>
                <a:gd name="connsiteX8" fmla="*/ 245519 w 1830891"/>
                <a:gd name="connsiteY8" fmla="*/ 96428 h 1109932"/>
                <a:gd name="connsiteX9" fmla="*/ 26549 w 1830891"/>
                <a:gd name="connsiteY9" fmla="*/ 262786 h 1109932"/>
                <a:gd name="connsiteX10" fmla="*/ 0 w 1830891"/>
                <a:gd name="connsiteY10" fmla="*/ 301757 h 1109932"/>
                <a:gd name="connsiteX11" fmla="*/ 104492 w 1830891"/>
                <a:gd name="connsiteY11" fmla="*/ 282759 h 1109932"/>
                <a:gd name="connsiteX12" fmla="*/ 252826 w 1830891"/>
                <a:gd name="connsiteY12" fmla="*/ 318807 h 1109932"/>
                <a:gd name="connsiteX13" fmla="*/ 388982 w 1830891"/>
                <a:gd name="connsiteY13" fmla="*/ 386276 h 1109932"/>
                <a:gd name="connsiteX14" fmla="*/ 549738 w 1830891"/>
                <a:gd name="connsiteY14" fmla="*/ 495639 h 1109932"/>
                <a:gd name="connsiteX15" fmla="*/ 739236 w 1830891"/>
                <a:gd name="connsiteY15" fmla="*/ 655421 h 1109932"/>
                <a:gd name="connsiteX16" fmla="*/ 739236 w 1830891"/>
                <a:gd name="connsiteY16" fmla="*/ 655421 h 1109932"/>
                <a:gd name="connsiteX17" fmla="*/ 968192 w 1830891"/>
                <a:gd name="connsiteY17" fmla="*/ 833471 h 1109932"/>
                <a:gd name="connsiteX18" fmla="*/ 968192 w 1830891"/>
                <a:gd name="connsiteY18" fmla="*/ 833471 h 1109932"/>
                <a:gd name="connsiteX19" fmla="*/ 1216390 w 1830891"/>
                <a:gd name="connsiteY19" fmla="*/ 1002996 h 1109932"/>
                <a:gd name="connsiteX20" fmla="*/ 1343047 w 1830891"/>
                <a:gd name="connsiteY20" fmla="*/ 1085810 h 1109932"/>
                <a:gd name="connsiteX21" fmla="*/ 1386646 w 1830891"/>
                <a:gd name="connsiteY21" fmla="*/ 1104808 h 1109932"/>
                <a:gd name="connsiteX22" fmla="*/ 1441449 w 1830891"/>
                <a:gd name="connsiteY22" fmla="*/ 1076310 h 1109932"/>
                <a:gd name="connsiteX23" fmla="*/ 1782224 w 1830891"/>
                <a:gd name="connsiteY23" fmla="*/ 754418 h 1109932"/>
                <a:gd name="connsiteX24" fmla="*/ 840318 w 1830891"/>
                <a:gd name="connsiteY24" fmla="*/ 736286 h 1109932"/>
                <a:gd name="connsiteX25" fmla="*/ 841779 w 1830891"/>
                <a:gd name="connsiteY25" fmla="*/ 738235 h 1109932"/>
                <a:gd name="connsiteX26" fmla="*/ 840318 w 1830891"/>
                <a:gd name="connsiteY26" fmla="*/ 736286 h 1109932"/>
                <a:gd name="connsiteX27" fmla="*/ 1254631 w 1830891"/>
                <a:gd name="connsiteY27" fmla="*/ 1026135 h 1109932"/>
                <a:gd name="connsiteX28" fmla="*/ 1254631 w 1830891"/>
                <a:gd name="connsiteY28" fmla="*/ 1026135 h 1109932"/>
                <a:gd name="connsiteX29" fmla="*/ 1256092 w 1830891"/>
                <a:gd name="connsiteY29" fmla="*/ 1028083 h 1109932"/>
                <a:gd name="connsiteX30" fmla="*/ 1254631 w 1830891"/>
                <a:gd name="connsiteY30" fmla="*/ 1026135 h 1109932"/>
                <a:gd name="connsiteX0" fmla="*/ 1782224 w 1830891"/>
                <a:gd name="connsiteY0" fmla="*/ 754418 h 1109932"/>
                <a:gd name="connsiteX1" fmla="*/ 1824098 w 1830891"/>
                <a:gd name="connsiteY1" fmla="*/ 635692 h 1109932"/>
                <a:gd name="connsiteX2" fmla="*/ 1747617 w 1830891"/>
                <a:gd name="connsiteY2" fmla="*/ 538507 h 1109932"/>
                <a:gd name="connsiteX3" fmla="*/ 1524994 w 1830891"/>
                <a:gd name="connsiteY3" fmla="*/ 346087 h 1109932"/>
                <a:gd name="connsiteX4" fmla="*/ 1378121 w 1830891"/>
                <a:gd name="connsiteY4" fmla="*/ 237942 h 1109932"/>
                <a:gd name="connsiteX5" fmla="*/ 945053 w 1830891"/>
                <a:gd name="connsiteY5" fmla="*/ 43086 h 1109932"/>
                <a:gd name="connsiteX6" fmla="*/ 720481 w 1830891"/>
                <a:gd name="connsiteY6" fmla="*/ 3384 h 1109932"/>
                <a:gd name="connsiteX7" fmla="*/ 583594 w 1830891"/>
                <a:gd name="connsiteY7" fmla="*/ 5576 h 1109932"/>
                <a:gd name="connsiteX8" fmla="*/ 245519 w 1830891"/>
                <a:gd name="connsiteY8" fmla="*/ 96428 h 1109932"/>
                <a:gd name="connsiteX9" fmla="*/ 26549 w 1830891"/>
                <a:gd name="connsiteY9" fmla="*/ 262786 h 1109932"/>
                <a:gd name="connsiteX10" fmla="*/ 0 w 1830891"/>
                <a:gd name="connsiteY10" fmla="*/ 301757 h 1109932"/>
                <a:gd name="connsiteX11" fmla="*/ 104492 w 1830891"/>
                <a:gd name="connsiteY11" fmla="*/ 282759 h 1109932"/>
                <a:gd name="connsiteX12" fmla="*/ 252826 w 1830891"/>
                <a:gd name="connsiteY12" fmla="*/ 318807 h 1109932"/>
                <a:gd name="connsiteX13" fmla="*/ 388982 w 1830891"/>
                <a:gd name="connsiteY13" fmla="*/ 386276 h 1109932"/>
                <a:gd name="connsiteX14" fmla="*/ 549738 w 1830891"/>
                <a:gd name="connsiteY14" fmla="*/ 495639 h 1109932"/>
                <a:gd name="connsiteX15" fmla="*/ 739236 w 1830891"/>
                <a:gd name="connsiteY15" fmla="*/ 655421 h 1109932"/>
                <a:gd name="connsiteX16" fmla="*/ 739236 w 1830891"/>
                <a:gd name="connsiteY16" fmla="*/ 655421 h 1109932"/>
                <a:gd name="connsiteX17" fmla="*/ 968192 w 1830891"/>
                <a:gd name="connsiteY17" fmla="*/ 833471 h 1109932"/>
                <a:gd name="connsiteX18" fmla="*/ 968192 w 1830891"/>
                <a:gd name="connsiteY18" fmla="*/ 833471 h 1109932"/>
                <a:gd name="connsiteX19" fmla="*/ 1216390 w 1830891"/>
                <a:gd name="connsiteY19" fmla="*/ 1002996 h 1109932"/>
                <a:gd name="connsiteX20" fmla="*/ 1343047 w 1830891"/>
                <a:gd name="connsiteY20" fmla="*/ 1085810 h 1109932"/>
                <a:gd name="connsiteX21" fmla="*/ 1386646 w 1830891"/>
                <a:gd name="connsiteY21" fmla="*/ 1104808 h 1109932"/>
                <a:gd name="connsiteX22" fmla="*/ 1441449 w 1830891"/>
                <a:gd name="connsiteY22" fmla="*/ 1076310 h 1109932"/>
                <a:gd name="connsiteX23" fmla="*/ 1782224 w 1830891"/>
                <a:gd name="connsiteY23" fmla="*/ 754418 h 1109932"/>
                <a:gd name="connsiteX24" fmla="*/ 840318 w 1830891"/>
                <a:gd name="connsiteY24" fmla="*/ 736286 h 1109932"/>
                <a:gd name="connsiteX25" fmla="*/ 841779 w 1830891"/>
                <a:gd name="connsiteY25" fmla="*/ 738235 h 1109932"/>
                <a:gd name="connsiteX26" fmla="*/ 840318 w 1830891"/>
                <a:gd name="connsiteY26" fmla="*/ 736286 h 1109932"/>
                <a:gd name="connsiteX27" fmla="*/ 1254631 w 1830891"/>
                <a:gd name="connsiteY27" fmla="*/ 1026135 h 1109932"/>
                <a:gd name="connsiteX28" fmla="*/ 1254631 w 1830891"/>
                <a:gd name="connsiteY28" fmla="*/ 1026135 h 1109932"/>
                <a:gd name="connsiteX29" fmla="*/ 1256092 w 1830891"/>
                <a:gd name="connsiteY29" fmla="*/ 1028083 h 1109932"/>
                <a:gd name="connsiteX30" fmla="*/ 1254631 w 1830891"/>
                <a:gd name="connsiteY30" fmla="*/ 1026135 h 1109932"/>
                <a:gd name="connsiteX0" fmla="*/ 1782224 w 1826625"/>
                <a:gd name="connsiteY0" fmla="*/ 754418 h 1109932"/>
                <a:gd name="connsiteX1" fmla="*/ 1824098 w 1826625"/>
                <a:gd name="connsiteY1" fmla="*/ 635692 h 1109932"/>
                <a:gd name="connsiteX2" fmla="*/ 1747617 w 1826625"/>
                <a:gd name="connsiteY2" fmla="*/ 538507 h 1109932"/>
                <a:gd name="connsiteX3" fmla="*/ 1524994 w 1826625"/>
                <a:gd name="connsiteY3" fmla="*/ 346087 h 1109932"/>
                <a:gd name="connsiteX4" fmla="*/ 1378121 w 1826625"/>
                <a:gd name="connsiteY4" fmla="*/ 237942 h 1109932"/>
                <a:gd name="connsiteX5" fmla="*/ 945053 w 1826625"/>
                <a:gd name="connsiteY5" fmla="*/ 43086 h 1109932"/>
                <a:gd name="connsiteX6" fmla="*/ 720481 w 1826625"/>
                <a:gd name="connsiteY6" fmla="*/ 3384 h 1109932"/>
                <a:gd name="connsiteX7" fmla="*/ 583594 w 1826625"/>
                <a:gd name="connsiteY7" fmla="*/ 5576 h 1109932"/>
                <a:gd name="connsiteX8" fmla="*/ 245519 w 1826625"/>
                <a:gd name="connsiteY8" fmla="*/ 96428 h 1109932"/>
                <a:gd name="connsiteX9" fmla="*/ 26549 w 1826625"/>
                <a:gd name="connsiteY9" fmla="*/ 262786 h 1109932"/>
                <a:gd name="connsiteX10" fmla="*/ 0 w 1826625"/>
                <a:gd name="connsiteY10" fmla="*/ 301757 h 1109932"/>
                <a:gd name="connsiteX11" fmla="*/ 104492 w 1826625"/>
                <a:gd name="connsiteY11" fmla="*/ 282759 h 1109932"/>
                <a:gd name="connsiteX12" fmla="*/ 252826 w 1826625"/>
                <a:gd name="connsiteY12" fmla="*/ 318807 h 1109932"/>
                <a:gd name="connsiteX13" fmla="*/ 388982 w 1826625"/>
                <a:gd name="connsiteY13" fmla="*/ 386276 h 1109932"/>
                <a:gd name="connsiteX14" fmla="*/ 549738 w 1826625"/>
                <a:gd name="connsiteY14" fmla="*/ 495639 h 1109932"/>
                <a:gd name="connsiteX15" fmla="*/ 739236 w 1826625"/>
                <a:gd name="connsiteY15" fmla="*/ 655421 h 1109932"/>
                <a:gd name="connsiteX16" fmla="*/ 739236 w 1826625"/>
                <a:gd name="connsiteY16" fmla="*/ 655421 h 1109932"/>
                <a:gd name="connsiteX17" fmla="*/ 968192 w 1826625"/>
                <a:gd name="connsiteY17" fmla="*/ 833471 h 1109932"/>
                <a:gd name="connsiteX18" fmla="*/ 968192 w 1826625"/>
                <a:gd name="connsiteY18" fmla="*/ 833471 h 1109932"/>
                <a:gd name="connsiteX19" fmla="*/ 1216390 w 1826625"/>
                <a:gd name="connsiteY19" fmla="*/ 1002996 h 1109932"/>
                <a:gd name="connsiteX20" fmla="*/ 1343047 w 1826625"/>
                <a:gd name="connsiteY20" fmla="*/ 1085810 h 1109932"/>
                <a:gd name="connsiteX21" fmla="*/ 1386646 w 1826625"/>
                <a:gd name="connsiteY21" fmla="*/ 1104808 h 1109932"/>
                <a:gd name="connsiteX22" fmla="*/ 1441449 w 1826625"/>
                <a:gd name="connsiteY22" fmla="*/ 1076310 h 1109932"/>
                <a:gd name="connsiteX23" fmla="*/ 1782224 w 1826625"/>
                <a:gd name="connsiteY23" fmla="*/ 754418 h 1109932"/>
                <a:gd name="connsiteX24" fmla="*/ 840318 w 1826625"/>
                <a:gd name="connsiteY24" fmla="*/ 736286 h 1109932"/>
                <a:gd name="connsiteX25" fmla="*/ 841779 w 1826625"/>
                <a:gd name="connsiteY25" fmla="*/ 738235 h 1109932"/>
                <a:gd name="connsiteX26" fmla="*/ 840318 w 1826625"/>
                <a:gd name="connsiteY26" fmla="*/ 736286 h 1109932"/>
                <a:gd name="connsiteX27" fmla="*/ 1254631 w 1826625"/>
                <a:gd name="connsiteY27" fmla="*/ 1026135 h 1109932"/>
                <a:gd name="connsiteX28" fmla="*/ 1254631 w 1826625"/>
                <a:gd name="connsiteY28" fmla="*/ 1026135 h 1109932"/>
                <a:gd name="connsiteX29" fmla="*/ 1256092 w 1826625"/>
                <a:gd name="connsiteY29" fmla="*/ 1028083 h 1109932"/>
                <a:gd name="connsiteX30" fmla="*/ 1254631 w 1826625"/>
                <a:gd name="connsiteY30" fmla="*/ 1026135 h 1109932"/>
                <a:gd name="connsiteX0" fmla="*/ 1782224 w 1825422"/>
                <a:gd name="connsiteY0" fmla="*/ 754418 h 1109932"/>
                <a:gd name="connsiteX1" fmla="*/ 1824098 w 1825422"/>
                <a:gd name="connsiteY1" fmla="*/ 635692 h 1109932"/>
                <a:gd name="connsiteX2" fmla="*/ 1747617 w 1825422"/>
                <a:gd name="connsiteY2" fmla="*/ 538507 h 1109932"/>
                <a:gd name="connsiteX3" fmla="*/ 1524994 w 1825422"/>
                <a:gd name="connsiteY3" fmla="*/ 346087 h 1109932"/>
                <a:gd name="connsiteX4" fmla="*/ 1378121 w 1825422"/>
                <a:gd name="connsiteY4" fmla="*/ 237942 h 1109932"/>
                <a:gd name="connsiteX5" fmla="*/ 945053 w 1825422"/>
                <a:gd name="connsiteY5" fmla="*/ 43086 h 1109932"/>
                <a:gd name="connsiteX6" fmla="*/ 720481 w 1825422"/>
                <a:gd name="connsiteY6" fmla="*/ 3384 h 1109932"/>
                <a:gd name="connsiteX7" fmla="*/ 583594 w 1825422"/>
                <a:gd name="connsiteY7" fmla="*/ 5576 h 1109932"/>
                <a:gd name="connsiteX8" fmla="*/ 245519 w 1825422"/>
                <a:gd name="connsiteY8" fmla="*/ 96428 h 1109932"/>
                <a:gd name="connsiteX9" fmla="*/ 26549 w 1825422"/>
                <a:gd name="connsiteY9" fmla="*/ 262786 h 1109932"/>
                <a:gd name="connsiteX10" fmla="*/ 0 w 1825422"/>
                <a:gd name="connsiteY10" fmla="*/ 301757 h 1109932"/>
                <a:gd name="connsiteX11" fmla="*/ 104492 w 1825422"/>
                <a:gd name="connsiteY11" fmla="*/ 282759 h 1109932"/>
                <a:gd name="connsiteX12" fmla="*/ 252826 w 1825422"/>
                <a:gd name="connsiteY12" fmla="*/ 318807 h 1109932"/>
                <a:gd name="connsiteX13" fmla="*/ 388982 w 1825422"/>
                <a:gd name="connsiteY13" fmla="*/ 386276 h 1109932"/>
                <a:gd name="connsiteX14" fmla="*/ 549738 w 1825422"/>
                <a:gd name="connsiteY14" fmla="*/ 495639 h 1109932"/>
                <a:gd name="connsiteX15" fmla="*/ 739236 w 1825422"/>
                <a:gd name="connsiteY15" fmla="*/ 655421 h 1109932"/>
                <a:gd name="connsiteX16" fmla="*/ 739236 w 1825422"/>
                <a:gd name="connsiteY16" fmla="*/ 655421 h 1109932"/>
                <a:gd name="connsiteX17" fmla="*/ 968192 w 1825422"/>
                <a:gd name="connsiteY17" fmla="*/ 833471 h 1109932"/>
                <a:gd name="connsiteX18" fmla="*/ 968192 w 1825422"/>
                <a:gd name="connsiteY18" fmla="*/ 833471 h 1109932"/>
                <a:gd name="connsiteX19" fmla="*/ 1216390 w 1825422"/>
                <a:gd name="connsiteY19" fmla="*/ 1002996 h 1109932"/>
                <a:gd name="connsiteX20" fmla="*/ 1343047 w 1825422"/>
                <a:gd name="connsiteY20" fmla="*/ 1085810 h 1109932"/>
                <a:gd name="connsiteX21" fmla="*/ 1386646 w 1825422"/>
                <a:gd name="connsiteY21" fmla="*/ 1104808 h 1109932"/>
                <a:gd name="connsiteX22" fmla="*/ 1441449 w 1825422"/>
                <a:gd name="connsiteY22" fmla="*/ 1076310 h 1109932"/>
                <a:gd name="connsiteX23" fmla="*/ 1782224 w 1825422"/>
                <a:gd name="connsiteY23" fmla="*/ 754418 h 1109932"/>
                <a:gd name="connsiteX24" fmla="*/ 840318 w 1825422"/>
                <a:gd name="connsiteY24" fmla="*/ 736286 h 1109932"/>
                <a:gd name="connsiteX25" fmla="*/ 841779 w 1825422"/>
                <a:gd name="connsiteY25" fmla="*/ 738235 h 1109932"/>
                <a:gd name="connsiteX26" fmla="*/ 840318 w 1825422"/>
                <a:gd name="connsiteY26" fmla="*/ 736286 h 1109932"/>
                <a:gd name="connsiteX27" fmla="*/ 1254631 w 1825422"/>
                <a:gd name="connsiteY27" fmla="*/ 1026135 h 1109932"/>
                <a:gd name="connsiteX28" fmla="*/ 1254631 w 1825422"/>
                <a:gd name="connsiteY28" fmla="*/ 1026135 h 1109932"/>
                <a:gd name="connsiteX29" fmla="*/ 1256092 w 1825422"/>
                <a:gd name="connsiteY29" fmla="*/ 1028083 h 1109932"/>
                <a:gd name="connsiteX30" fmla="*/ 1254631 w 1825422"/>
                <a:gd name="connsiteY30" fmla="*/ 1026135 h 110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B99173D-9F65-4E1F-B7A2-F354980E356C}"/>
                </a:ext>
              </a:extLst>
            </p:cNvPr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2593383-ABF0-4059-AADC-8F43DE076CCE}"/>
                </a:ext>
              </a:extLst>
            </p:cNvPr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812C8C3-30C0-48BF-91A5-293F79BBA34C}"/>
                </a:ext>
              </a:extLst>
            </p:cNvPr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9EC095-18BF-4201-A829-FA6E277380D3}"/>
                </a:ext>
              </a:extLst>
            </p:cNvPr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" fmla="*/ 0 w 325671"/>
                <a:gd name="connsiteY0" fmla="*/ 51248 h 271192"/>
                <a:gd name="connsiteX1" fmla="*/ 165871 w 325671"/>
                <a:gd name="connsiteY1" fmla="*/ 105320 h 271192"/>
                <a:gd name="connsiteX2" fmla="*/ 275965 w 325671"/>
                <a:gd name="connsiteY2" fmla="*/ 271192 h 271192"/>
                <a:gd name="connsiteX3" fmla="*/ 324923 w 325671"/>
                <a:gd name="connsiteY3" fmla="*/ 220773 h 271192"/>
                <a:gd name="connsiteX4" fmla="*/ 239166 w 325671"/>
                <a:gd name="connsiteY4" fmla="*/ 55476 h 271192"/>
                <a:gd name="connsiteX5" fmla="*/ 66008 w 325671"/>
                <a:gd name="connsiteY5" fmla="*/ 829 h 271192"/>
                <a:gd name="connsiteX6" fmla="*/ 0 w 325671"/>
                <a:gd name="connsiteY6" fmla="*/ 51248 h 271192"/>
                <a:gd name="connsiteX0" fmla="*/ 3757 w 329428"/>
                <a:gd name="connsiteY0" fmla="*/ 51248 h 271192"/>
                <a:gd name="connsiteX1" fmla="*/ 185022 w 329428"/>
                <a:gd name="connsiteY1" fmla="*/ 102241 h 271192"/>
                <a:gd name="connsiteX2" fmla="*/ 279722 w 329428"/>
                <a:gd name="connsiteY2" fmla="*/ 271192 h 271192"/>
                <a:gd name="connsiteX3" fmla="*/ 328680 w 329428"/>
                <a:gd name="connsiteY3" fmla="*/ 220773 h 271192"/>
                <a:gd name="connsiteX4" fmla="*/ 242923 w 329428"/>
                <a:gd name="connsiteY4" fmla="*/ 55476 h 271192"/>
                <a:gd name="connsiteX5" fmla="*/ 69765 w 329428"/>
                <a:gd name="connsiteY5" fmla="*/ 829 h 271192"/>
                <a:gd name="connsiteX6" fmla="*/ 3757 w 329428"/>
                <a:gd name="connsiteY6" fmla="*/ 51248 h 271192"/>
                <a:gd name="connsiteX0" fmla="*/ 3757 w 329827"/>
                <a:gd name="connsiteY0" fmla="*/ 51248 h 283507"/>
                <a:gd name="connsiteX1" fmla="*/ 185022 w 329827"/>
                <a:gd name="connsiteY1" fmla="*/ 102241 h 283507"/>
                <a:gd name="connsiteX2" fmla="*/ 285880 w 329827"/>
                <a:gd name="connsiteY2" fmla="*/ 283507 h 283507"/>
                <a:gd name="connsiteX3" fmla="*/ 328680 w 329827"/>
                <a:gd name="connsiteY3" fmla="*/ 220773 h 283507"/>
                <a:gd name="connsiteX4" fmla="*/ 242923 w 329827"/>
                <a:gd name="connsiteY4" fmla="*/ 55476 h 283507"/>
                <a:gd name="connsiteX5" fmla="*/ 69765 w 329827"/>
                <a:gd name="connsiteY5" fmla="*/ 829 h 283507"/>
                <a:gd name="connsiteX6" fmla="*/ 3757 w 329827"/>
                <a:gd name="connsiteY6" fmla="*/ 51248 h 283507"/>
                <a:gd name="connsiteX0" fmla="*/ 3757 w 328680"/>
                <a:gd name="connsiteY0" fmla="*/ 51248 h 283507"/>
                <a:gd name="connsiteX1" fmla="*/ 185022 w 328680"/>
                <a:gd name="connsiteY1" fmla="*/ 102241 h 283507"/>
                <a:gd name="connsiteX2" fmla="*/ 285880 w 328680"/>
                <a:gd name="connsiteY2" fmla="*/ 283507 h 283507"/>
                <a:gd name="connsiteX3" fmla="*/ 328680 w 328680"/>
                <a:gd name="connsiteY3" fmla="*/ 220773 h 283507"/>
                <a:gd name="connsiteX4" fmla="*/ 242923 w 328680"/>
                <a:gd name="connsiteY4" fmla="*/ 55476 h 283507"/>
                <a:gd name="connsiteX5" fmla="*/ 69765 w 328680"/>
                <a:gd name="connsiteY5" fmla="*/ 829 h 283507"/>
                <a:gd name="connsiteX6" fmla="*/ 3757 w 328680"/>
                <a:gd name="connsiteY6" fmla="*/ 51248 h 283507"/>
                <a:gd name="connsiteX0" fmla="*/ 3757 w 334838"/>
                <a:gd name="connsiteY0" fmla="*/ 51248 h 283507"/>
                <a:gd name="connsiteX1" fmla="*/ 185022 w 334838"/>
                <a:gd name="connsiteY1" fmla="*/ 102241 h 283507"/>
                <a:gd name="connsiteX2" fmla="*/ 285880 w 334838"/>
                <a:gd name="connsiteY2" fmla="*/ 283507 h 283507"/>
                <a:gd name="connsiteX3" fmla="*/ 334838 w 334838"/>
                <a:gd name="connsiteY3" fmla="*/ 226931 h 283507"/>
                <a:gd name="connsiteX4" fmla="*/ 242923 w 334838"/>
                <a:gd name="connsiteY4" fmla="*/ 55476 h 283507"/>
                <a:gd name="connsiteX5" fmla="*/ 69765 w 334838"/>
                <a:gd name="connsiteY5" fmla="*/ 829 h 283507"/>
                <a:gd name="connsiteX6" fmla="*/ 3757 w 334838"/>
                <a:gd name="connsiteY6" fmla="*/ 51248 h 283507"/>
                <a:gd name="connsiteX0" fmla="*/ 0 w 331081"/>
                <a:gd name="connsiteY0" fmla="*/ 51248 h 283507"/>
                <a:gd name="connsiteX1" fmla="*/ 181265 w 331081"/>
                <a:gd name="connsiteY1" fmla="*/ 102241 h 283507"/>
                <a:gd name="connsiteX2" fmla="*/ 282123 w 331081"/>
                <a:gd name="connsiteY2" fmla="*/ 283507 h 283507"/>
                <a:gd name="connsiteX3" fmla="*/ 331081 w 331081"/>
                <a:gd name="connsiteY3" fmla="*/ 226931 h 283507"/>
                <a:gd name="connsiteX4" fmla="*/ 239166 w 331081"/>
                <a:gd name="connsiteY4" fmla="*/ 55476 h 283507"/>
                <a:gd name="connsiteX5" fmla="*/ 66008 w 331081"/>
                <a:gd name="connsiteY5" fmla="*/ 829 h 283507"/>
                <a:gd name="connsiteX6" fmla="*/ 0 w 331081"/>
                <a:gd name="connsiteY6" fmla="*/ 51248 h 283507"/>
                <a:gd name="connsiteX0" fmla="*/ 0 w 331081"/>
                <a:gd name="connsiteY0" fmla="*/ 51248 h 283507"/>
                <a:gd name="connsiteX1" fmla="*/ 181265 w 331081"/>
                <a:gd name="connsiteY1" fmla="*/ 102241 h 283507"/>
                <a:gd name="connsiteX2" fmla="*/ 282123 w 331081"/>
                <a:gd name="connsiteY2" fmla="*/ 283507 h 283507"/>
                <a:gd name="connsiteX3" fmla="*/ 331081 w 331081"/>
                <a:gd name="connsiteY3" fmla="*/ 226931 h 283507"/>
                <a:gd name="connsiteX4" fmla="*/ 239166 w 331081"/>
                <a:gd name="connsiteY4" fmla="*/ 55476 h 283507"/>
                <a:gd name="connsiteX5" fmla="*/ 62929 w 331081"/>
                <a:gd name="connsiteY5" fmla="*/ 829 h 283507"/>
                <a:gd name="connsiteX6" fmla="*/ 0 w 331081"/>
                <a:gd name="connsiteY6" fmla="*/ 51248 h 28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101D20-2CAA-4779-93F7-54990D9D9FD5}"/>
                </a:ext>
              </a:extLst>
            </p:cNvPr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765983-F416-435E-B895-E419C51F41E5}"/>
              </a:ext>
            </a:extLst>
          </p:cNvPr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CB263460-35EC-4CE8-AC5A-B898C1D252E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E23B1-5B7D-4C32-B584-7C37DA2AB6D9}"/>
              </a:ext>
            </a:extLst>
          </p:cNvPr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8ED82C6-2007-4B24-BF0B-012699BE95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2FE957E-B654-4424-ACDA-8DED4BC6F6D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733116 h 6858000"/>
              <a:gd name="connsiteX3" fmla="*/ 11907421 w 12192000"/>
              <a:gd name="connsiteY3" fmla="*/ 754971 h 6858000"/>
              <a:gd name="connsiteX4" fmla="*/ 4835485 w 12192000"/>
              <a:gd name="connsiteY4" fmla="*/ 4225159 h 6858000"/>
              <a:gd name="connsiteX5" fmla="*/ 3131054 w 12192000"/>
              <a:gd name="connsiteY5" fmla="*/ 6545165 h 6858000"/>
              <a:gd name="connsiteX6" fmla="*/ 2967653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733116"/>
                </a:lnTo>
                <a:lnTo>
                  <a:pt x="11907421" y="754971"/>
                </a:lnTo>
                <a:cubicBezTo>
                  <a:pt x="9224455" y="1029960"/>
                  <a:pt x="6712117" y="2253165"/>
                  <a:pt x="4835485" y="4225159"/>
                </a:cubicBezTo>
                <a:cubicBezTo>
                  <a:pt x="4165259" y="4929443"/>
                  <a:pt x="3594441" y="5709981"/>
                  <a:pt x="3131054" y="6545165"/>
                </a:cubicBezTo>
                <a:lnTo>
                  <a:pt x="29676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lIns="1737360" tIns="2194560" anchor="t">
            <a:noAutofit/>
          </a:bodyPr>
          <a:lstStyle>
            <a:lvl1pPr marL="0" indent="0" algn="l">
              <a:buNone/>
              <a:defRPr sz="20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68198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C33AD2-2541-4EED-BE36-07BC50CC14A3}"/>
              </a:ext>
            </a:extLst>
          </p:cNvPr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1A442F-20CA-4E52-BC0A-4A8DC2F4758D}"/>
              </a:ext>
            </a:extLst>
          </p:cNvPr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8C948B0E-F0C3-4AAE-BE39-BB126DB621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F817C0B7-75DD-4635-A6F5-5F728C53736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12ECC0D2-2B41-40CF-A370-67703981D71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A29FCD8B-B96F-49BF-A552-82D510B6D07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B4FCA94-9D4B-4D6C-AEDA-E106A18D1007}"/>
              </a:ext>
            </a:extLst>
          </p:cNvPr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8FBAC0C-90AE-4BF6-BD45-2223214B1DE3}"/>
              </a:ext>
            </a:extLst>
          </p:cNvPr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5A3C585-6A40-421A-A680-72A17DBD8580}"/>
                </a:ext>
              </a:extLst>
            </p:cNvPr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91228CF-D9D2-4A77-A0A6-42B0F6E8601E}"/>
                </a:ext>
              </a:extLst>
            </p:cNvPr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557DB8C-C6A3-4BA7-8B7B-0B6FC3E2C603}"/>
                </a:ext>
              </a:extLst>
            </p:cNvPr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98D523C-46A5-416E-B591-48E33B848D89}"/>
                </a:ext>
              </a:extLst>
            </p:cNvPr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22D7AD7-4668-4FFE-80F1-76809786FDF2}"/>
                </a:ext>
              </a:extLst>
            </p:cNvPr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FBCB2EB-235B-4673-A50A-BFA682F8C1D7}"/>
                </a:ext>
              </a:extLst>
            </p:cNvPr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44F00AD-8287-4317-831D-EDF1AB1B8705}"/>
                </a:ext>
              </a:extLst>
            </p:cNvPr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97076B-D9FB-482E-A52D-539AB42C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그림 개체 틀 2">
            <a:extLst>
              <a:ext uri="{FF2B5EF4-FFF2-40B4-BE49-F238E27FC236}">
                <a16:creationId xmlns:a16="http://schemas.microsoft.com/office/drawing/2014/main" id="{C05109EE-F6D7-44D9-8EB0-F43BF05022C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" fmla="*/ 0 w 4495800"/>
              <a:gd name="connsiteY0" fmla="*/ 656948 h 3250005"/>
              <a:gd name="connsiteX1" fmla="*/ 2951085 w 4495800"/>
              <a:gd name="connsiteY1" fmla="*/ 0 h 3250005"/>
              <a:gd name="connsiteX2" fmla="*/ 4495800 w 4495800"/>
              <a:gd name="connsiteY2" fmla="*/ 3250005 h 3250005"/>
              <a:gd name="connsiteX3" fmla="*/ 0 w 4495800"/>
              <a:gd name="connsiteY3" fmla="*/ 3250005 h 3250005"/>
              <a:gd name="connsiteX4" fmla="*/ 0 w 4495800"/>
              <a:gd name="connsiteY4" fmla="*/ 656948 h 3250005"/>
              <a:gd name="connsiteX0" fmla="*/ 106532 w 4602332"/>
              <a:gd name="connsiteY0" fmla="*/ 656948 h 3250005"/>
              <a:gd name="connsiteX1" fmla="*/ 3057617 w 4602332"/>
              <a:gd name="connsiteY1" fmla="*/ 0 h 3250005"/>
              <a:gd name="connsiteX2" fmla="*/ 4602332 w 4602332"/>
              <a:gd name="connsiteY2" fmla="*/ 3250005 h 3250005"/>
              <a:gd name="connsiteX3" fmla="*/ 0 w 4602332"/>
              <a:gd name="connsiteY3" fmla="*/ 2584180 h 3250005"/>
              <a:gd name="connsiteX4" fmla="*/ 106532 w 4602332"/>
              <a:gd name="connsiteY4" fmla="*/ 656948 h 3250005"/>
              <a:gd name="connsiteX0" fmla="*/ 106532 w 3057617"/>
              <a:gd name="connsiteY0" fmla="*/ 656948 h 2584180"/>
              <a:gd name="connsiteX1" fmla="*/ 3057617 w 3057617"/>
              <a:gd name="connsiteY1" fmla="*/ 0 h 2584180"/>
              <a:gd name="connsiteX2" fmla="*/ 2196483 w 3057617"/>
              <a:gd name="connsiteY2" fmla="*/ 2122541 h 2584180"/>
              <a:gd name="connsiteX3" fmla="*/ 0 w 3057617"/>
              <a:gd name="connsiteY3" fmla="*/ 2584180 h 2584180"/>
              <a:gd name="connsiteX4" fmla="*/ 106532 w 3057617"/>
              <a:gd name="connsiteY4" fmla="*/ 656948 h 2584180"/>
              <a:gd name="connsiteX0" fmla="*/ 106532 w 3057617"/>
              <a:gd name="connsiteY0" fmla="*/ 656948 h 2681834"/>
              <a:gd name="connsiteX1" fmla="*/ 3057617 w 3057617"/>
              <a:gd name="connsiteY1" fmla="*/ 0 h 2681834"/>
              <a:gd name="connsiteX2" fmla="*/ 2897819 w 3057617"/>
              <a:gd name="connsiteY2" fmla="*/ 2681834 h 2681834"/>
              <a:gd name="connsiteX3" fmla="*/ 0 w 3057617"/>
              <a:gd name="connsiteY3" fmla="*/ 2584180 h 2681834"/>
              <a:gd name="connsiteX4" fmla="*/ 106532 w 3057617"/>
              <a:gd name="connsiteY4" fmla="*/ 656948 h 2681834"/>
              <a:gd name="connsiteX0" fmla="*/ 0 w 2951085"/>
              <a:gd name="connsiteY0" fmla="*/ 656948 h 2681834"/>
              <a:gd name="connsiteX1" fmla="*/ 2951085 w 2951085"/>
              <a:gd name="connsiteY1" fmla="*/ 0 h 2681834"/>
              <a:gd name="connsiteX2" fmla="*/ 2791287 w 2951085"/>
              <a:gd name="connsiteY2" fmla="*/ 2681834 h 2681834"/>
              <a:gd name="connsiteX3" fmla="*/ 594804 w 2951085"/>
              <a:gd name="connsiteY3" fmla="*/ 2335605 h 2681834"/>
              <a:gd name="connsiteX4" fmla="*/ 0 w 2951085"/>
              <a:gd name="connsiteY4" fmla="*/ 656948 h 2681834"/>
              <a:gd name="connsiteX0" fmla="*/ 115409 w 3066494"/>
              <a:gd name="connsiteY0" fmla="*/ 656948 h 2681834"/>
              <a:gd name="connsiteX1" fmla="*/ 3066494 w 3066494"/>
              <a:gd name="connsiteY1" fmla="*/ 0 h 2681834"/>
              <a:gd name="connsiteX2" fmla="*/ 2906696 w 3066494"/>
              <a:gd name="connsiteY2" fmla="*/ 2681834 h 2681834"/>
              <a:gd name="connsiteX3" fmla="*/ 0 w 3066494"/>
              <a:gd name="connsiteY3" fmla="*/ 2557547 h 2681834"/>
              <a:gd name="connsiteX4" fmla="*/ 115409 w 3066494"/>
              <a:gd name="connsiteY4" fmla="*/ 656948 h 2681834"/>
              <a:gd name="connsiteX0" fmla="*/ 115409 w 2906696"/>
              <a:gd name="connsiteY0" fmla="*/ 292964 h 2317850"/>
              <a:gd name="connsiteX1" fmla="*/ 2853430 w 2906696"/>
              <a:gd name="connsiteY1" fmla="*/ 0 h 2317850"/>
              <a:gd name="connsiteX2" fmla="*/ 2906696 w 2906696"/>
              <a:gd name="connsiteY2" fmla="*/ 2317850 h 2317850"/>
              <a:gd name="connsiteX3" fmla="*/ 0 w 2906696"/>
              <a:gd name="connsiteY3" fmla="*/ 2193563 h 2317850"/>
              <a:gd name="connsiteX4" fmla="*/ 115409 w 2906696"/>
              <a:gd name="connsiteY4" fmla="*/ 292964 h 2317850"/>
              <a:gd name="connsiteX0" fmla="*/ 115409 w 3057617"/>
              <a:gd name="connsiteY0" fmla="*/ 648071 h 2672957"/>
              <a:gd name="connsiteX1" fmla="*/ 3057617 w 3057617"/>
              <a:gd name="connsiteY1" fmla="*/ 0 h 2672957"/>
              <a:gd name="connsiteX2" fmla="*/ 2906696 w 3057617"/>
              <a:gd name="connsiteY2" fmla="*/ 2672957 h 2672957"/>
              <a:gd name="connsiteX3" fmla="*/ 0 w 3057617"/>
              <a:gd name="connsiteY3" fmla="*/ 2548670 h 2672957"/>
              <a:gd name="connsiteX4" fmla="*/ 115409 w 3057617"/>
              <a:gd name="connsiteY4" fmla="*/ 648071 h 2672957"/>
              <a:gd name="connsiteX0" fmla="*/ 115409 w 2971257"/>
              <a:gd name="connsiteY0" fmla="*/ 510911 h 2535797"/>
              <a:gd name="connsiteX1" fmla="*/ 2971257 w 2971257"/>
              <a:gd name="connsiteY1" fmla="*/ 0 h 2535797"/>
              <a:gd name="connsiteX2" fmla="*/ 2906696 w 2971257"/>
              <a:gd name="connsiteY2" fmla="*/ 2535797 h 2535797"/>
              <a:gd name="connsiteX3" fmla="*/ 0 w 2971257"/>
              <a:gd name="connsiteY3" fmla="*/ 2411510 h 2535797"/>
              <a:gd name="connsiteX4" fmla="*/ 115409 w 2971257"/>
              <a:gd name="connsiteY4" fmla="*/ 510911 h 2535797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0669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115409 w 3077937"/>
              <a:gd name="connsiteY0" fmla="*/ 668391 h 2568990"/>
              <a:gd name="connsiteX1" fmla="*/ 3077937 w 3077937"/>
              <a:gd name="connsiteY1" fmla="*/ 0 h 2568990"/>
              <a:gd name="connsiteX2" fmla="*/ 2769536 w 3077937"/>
              <a:gd name="connsiteY2" fmla="*/ 2535797 h 2568990"/>
              <a:gd name="connsiteX3" fmla="*/ 0 w 3077937"/>
              <a:gd name="connsiteY3" fmla="*/ 2568990 h 2568990"/>
              <a:gd name="connsiteX4" fmla="*/ 115409 w 3077937"/>
              <a:gd name="connsiteY4" fmla="*/ 668391 h 2568990"/>
              <a:gd name="connsiteX0" fmla="*/ 115409 w 3077937"/>
              <a:gd name="connsiteY0" fmla="*/ 668391 h 2693277"/>
              <a:gd name="connsiteX1" fmla="*/ 3077937 w 3077937"/>
              <a:gd name="connsiteY1" fmla="*/ 0 h 2693277"/>
              <a:gd name="connsiteX2" fmla="*/ 2916856 w 3077937"/>
              <a:gd name="connsiteY2" fmla="*/ 2693277 h 2693277"/>
              <a:gd name="connsiteX3" fmla="*/ 0 w 3077937"/>
              <a:gd name="connsiteY3" fmla="*/ 2568990 h 2693277"/>
              <a:gd name="connsiteX4" fmla="*/ 115409 w 3077937"/>
              <a:gd name="connsiteY4" fmla="*/ 668391 h 2693277"/>
              <a:gd name="connsiteX0" fmla="*/ 0 w 2962528"/>
              <a:gd name="connsiteY0" fmla="*/ 668391 h 2693277"/>
              <a:gd name="connsiteX1" fmla="*/ 2962528 w 2962528"/>
              <a:gd name="connsiteY1" fmla="*/ 0 h 2693277"/>
              <a:gd name="connsiteX2" fmla="*/ 2801447 w 2962528"/>
              <a:gd name="connsiteY2" fmla="*/ 2693277 h 2693277"/>
              <a:gd name="connsiteX3" fmla="*/ 331631 w 2962528"/>
              <a:gd name="connsiteY3" fmla="*/ 2289590 h 2693277"/>
              <a:gd name="connsiteX4" fmla="*/ 0 w 2962528"/>
              <a:gd name="connsiteY4" fmla="*/ 668391 h 2693277"/>
              <a:gd name="connsiteX0" fmla="*/ 120489 w 3083017"/>
              <a:gd name="connsiteY0" fmla="*/ 66839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20489 w 3083017"/>
              <a:gd name="connsiteY4" fmla="*/ 668391 h 2693277"/>
              <a:gd name="connsiteX0" fmla="*/ 262729 w 3083017"/>
              <a:gd name="connsiteY0" fmla="*/ 84111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262729 w 3083017"/>
              <a:gd name="connsiteY4" fmla="*/ 841111 h 2693277"/>
              <a:gd name="connsiteX0" fmla="*/ 105249 w 3083017"/>
              <a:gd name="connsiteY0" fmla="*/ 709031 h 2693277"/>
              <a:gd name="connsiteX1" fmla="*/ 3083017 w 3083017"/>
              <a:gd name="connsiteY1" fmla="*/ 0 h 2693277"/>
              <a:gd name="connsiteX2" fmla="*/ 2921936 w 3083017"/>
              <a:gd name="connsiteY2" fmla="*/ 2693277 h 2693277"/>
              <a:gd name="connsiteX3" fmla="*/ 0 w 3083017"/>
              <a:gd name="connsiteY3" fmla="*/ 2574070 h 2693277"/>
              <a:gd name="connsiteX4" fmla="*/ 105249 w 3083017"/>
              <a:gd name="connsiteY4" fmla="*/ 709031 h 2693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>
            <a:extLst>
              <a:ext uri="{FF2B5EF4-FFF2-40B4-BE49-F238E27FC236}">
                <a16:creationId xmlns:a16="http://schemas.microsoft.com/office/drawing/2014/main" id="{4BDBA62A-FFB9-4EAA-A845-F9E7FBE1656D}"/>
              </a:ext>
            </a:extLst>
          </p:cNvPr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>
              <a:extLst>
                <a:ext uri="{FF2B5EF4-FFF2-40B4-BE49-F238E27FC236}">
                  <a16:creationId xmlns:a16="http://schemas.microsoft.com/office/drawing/2014/main" id="{501CB877-1AC6-424C-B3BA-D6ABFC26E32B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>
              <a:extLst>
                <a:ext uri="{FF2B5EF4-FFF2-40B4-BE49-F238E27FC236}">
                  <a16:creationId xmlns:a16="http://schemas.microsoft.com/office/drawing/2014/main" id="{0C2BE5BA-7167-4D0A-A2D3-B5A7EBB251A0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>
              <a:extLst>
                <a:ext uri="{FF2B5EF4-FFF2-40B4-BE49-F238E27FC236}">
                  <a16:creationId xmlns:a16="http://schemas.microsoft.com/office/drawing/2014/main" id="{DEE94761-F08C-411E-92F5-94A4A9F63953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>
                <a:extLst>
                  <a:ext uri="{FF2B5EF4-FFF2-40B4-BE49-F238E27FC236}">
                    <a16:creationId xmlns:a16="http://schemas.microsoft.com/office/drawing/2014/main" id="{4AFCDA50-2E11-42B5-B780-32DE53F40798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>
                <a:extLst>
                  <a:ext uri="{FF2B5EF4-FFF2-40B4-BE49-F238E27FC236}">
                    <a16:creationId xmlns:a16="http://schemas.microsoft.com/office/drawing/2014/main" id="{BBF714BD-7EA8-4CDD-96C3-883EA2DD0D6C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32032593-70A5-4ED1-86D3-FEE66C4BEB96}"/>
              </a:ext>
            </a:extLst>
          </p:cNvPr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>
              <a:extLst>
                <a:ext uri="{FF2B5EF4-FFF2-40B4-BE49-F238E27FC236}">
                  <a16:creationId xmlns:a16="http://schemas.microsoft.com/office/drawing/2014/main" id="{E3B77530-799D-492E-8338-01D56FC3BD56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>
              <a:extLst>
                <a:ext uri="{FF2B5EF4-FFF2-40B4-BE49-F238E27FC236}">
                  <a16:creationId xmlns:a16="http://schemas.microsoft.com/office/drawing/2014/main" id="{68998195-F1B1-45FE-ABA1-91E09AA97226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>
              <a:extLst>
                <a:ext uri="{FF2B5EF4-FFF2-40B4-BE49-F238E27FC236}">
                  <a16:creationId xmlns:a16="http://schemas.microsoft.com/office/drawing/2014/main" id="{F93E3408-54D7-4DC3-8B96-960AECE6A448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>
                <a:extLst>
                  <a:ext uri="{FF2B5EF4-FFF2-40B4-BE49-F238E27FC236}">
                    <a16:creationId xmlns:a16="http://schemas.microsoft.com/office/drawing/2014/main" id="{F9BAFA1E-AE64-4351-B7F7-0D40065FD222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>
                <a:extLst>
                  <a:ext uri="{FF2B5EF4-FFF2-40B4-BE49-F238E27FC236}">
                    <a16:creationId xmlns:a16="http://schemas.microsoft.com/office/drawing/2014/main" id="{4ECD5656-3255-49C7-9627-AEFD2E735DC7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E38E2520-FC64-4AE0-A8E6-D2250424489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53F7F2A9-FB3A-469D-A025-F0EF53225AC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6" name="Group 5">
            <a:extLst>
              <a:ext uri="{FF2B5EF4-FFF2-40B4-BE49-F238E27FC236}">
                <a16:creationId xmlns:a16="http://schemas.microsoft.com/office/drawing/2014/main" id="{CE0A9AE1-D462-4ABF-9729-E8E271CD12A0}"/>
              </a:ext>
            </a:extLst>
          </p:cNvPr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>
              <a:extLst>
                <a:ext uri="{FF2B5EF4-FFF2-40B4-BE49-F238E27FC236}">
                  <a16:creationId xmlns:a16="http://schemas.microsoft.com/office/drawing/2014/main" id="{FECFE306-FB02-4369-B9F4-F163D0F1DA39}"/>
                </a:ext>
              </a:extLst>
            </p:cNvPr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>
              <a:extLst>
                <a:ext uri="{FF2B5EF4-FFF2-40B4-BE49-F238E27FC236}">
                  <a16:creationId xmlns:a16="http://schemas.microsoft.com/office/drawing/2014/main" id="{60177CAD-2350-4B3F-A424-4E8BEF4DEFB6}"/>
                </a:ext>
              </a:extLst>
            </p:cNvPr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>
              <a:extLst>
                <a:ext uri="{FF2B5EF4-FFF2-40B4-BE49-F238E27FC236}">
                  <a16:creationId xmlns:a16="http://schemas.microsoft.com/office/drawing/2014/main" id="{DE285963-536D-4D67-BDAD-A913A1868D4D}"/>
                </a:ext>
              </a:extLst>
            </p:cNvPr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>
                <a:extLst>
                  <a:ext uri="{FF2B5EF4-FFF2-40B4-BE49-F238E27FC236}">
                    <a16:creationId xmlns:a16="http://schemas.microsoft.com/office/drawing/2014/main" id="{B63BD6C0-18F6-4761-9CE9-FCC79EFA9A05}"/>
                  </a:ext>
                </a:extLst>
              </p:cNvPr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>
                <a:extLst>
                  <a:ext uri="{FF2B5EF4-FFF2-40B4-BE49-F238E27FC236}">
                    <a16:creationId xmlns:a16="http://schemas.microsoft.com/office/drawing/2014/main" id="{EFAA093E-94D8-4FBC-8C9E-FB5F9E39F6B9}"/>
                  </a:ext>
                </a:extLst>
              </p:cNvPr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1D6A7D47-511A-445A-9ED2-C0B31C62F7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B6267096-FAB5-45A6-A9F7-99EC8A46D0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177E02B4-A751-4DC8-B44F-BB87A3DE0B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55354B6-B79C-4894-8DA7-39CD6A2C1092}"/>
              </a:ext>
            </a:extLst>
          </p:cNvPr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111F323-B45D-41E2-9C53-E16E5EB8F8BC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893892A-F0E4-4D14-A167-BCF1CBF7BDB9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FCC6224-0FDF-46C8-96CF-4F72EDAA8250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D97E8D-9336-40CC-9B22-C9493499CBE8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E55D7F-EB32-4A92-A342-22641E090850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3476D76-F8CF-474A-8196-AA1593DB9510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D64DEBF7-D7E9-4EA9-95B1-CB5C57498C17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57C714E9-B08A-4559-967D-694DDF7DC284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6F1BA47-4775-4B74-AC46-BA60D1F27A54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CB9F8B05-FC7A-416E-8EC1-EAEC4BF14C92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2A2811C3-1763-452B-92E6-FA3B089CBCFA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D8CBDB5-CC23-4B26-91B5-BAF08E69497A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115A9E9-2E59-4B6C-9C89-677AEDCCBEB1}"/>
              </a:ext>
            </a:extLst>
          </p:cNvPr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A89FA44-0A14-4CB4-A951-AC26B5A2EA51}"/>
                </a:ext>
              </a:extLst>
            </p:cNvPr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9AC13CF9-1A01-472C-B184-B8D1FDFE8382}"/>
                  </a:ext>
                </a:extLst>
              </p:cNvPr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9D74CBBF-AD6A-40B7-ACD4-D206157081B0}"/>
                  </a:ext>
                </a:extLst>
              </p:cNvPr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86B9B8EF-AF25-4F44-A25C-1149326B2BD6}"/>
                  </a:ext>
                </a:extLst>
              </p:cNvPr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1BF2991-B5E8-4B3E-B29F-CBB90B845EE5}"/>
                  </a:ext>
                </a:extLst>
              </p:cNvPr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7050C9E6-EBE9-4CA4-AAE4-EB0F65D5BB9B}"/>
                  </a:ext>
                </a:extLst>
              </p:cNvPr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1B909C7B-7870-4D06-9D90-8C2B224F4B8D}"/>
                  </a:ext>
                </a:extLst>
              </p:cNvPr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FBEC56A-6BE5-448F-9565-A0BBE2CA940F}"/>
                  </a:ext>
                </a:extLst>
              </p:cNvPr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42F6CED-B6AA-4B95-8ABB-7ABDA4DC0951}"/>
                  </a:ext>
                </a:extLst>
              </p:cNvPr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680C42-0B5C-418D-B5F0-87D2D6363A56}"/>
                </a:ext>
              </a:extLst>
            </p:cNvPr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211471 w 8250226"/>
                <a:gd name="connsiteY8" fmla="*/ 959045 h 1520066"/>
                <a:gd name="connsiteX9" fmla="*/ 7023079 w 8250226"/>
                <a:gd name="connsiteY9" fmla="*/ 599807 h 1520066"/>
                <a:gd name="connsiteX10" fmla="*/ 6625054 w 8250226"/>
                <a:gd name="connsiteY10" fmla="*/ 60489 h 1520066"/>
                <a:gd name="connsiteX11" fmla="*/ 6613972 w 8250226"/>
                <a:gd name="connsiteY11" fmla="*/ 60489 h 1520066"/>
                <a:gd name="connsiteX12" fmla="*/ 5725111 w 8250226"/>
                <a:gd name="connsiteY12" fmla="*/ 640903 h 1520066"/>
                <a:gd name="connsiteX13" fmla="*/ 5596746 w 8250226"/>
                <a:gd name="connsiteY13" fmla="*/ 772500 h 1520066"/>
                <a:gd name="connsiteX14" fmla="*/ 5426824 w 8250226"/>
                <a:gd name="connsiteY14" fmla="*/ 951657 h 1520066"/>
                <a:gd name="connsiteX15" fmla="*/ 5037572 w 8250226"/>
                <a:gd name="connsiteY15" fmla="*/ 1342294 h 1520066"/>
                <a:gd name="connsiteX16" fmla="*/ 4680181 w 8250226"/>
                <a:gd name="connsiteY16" fmla="*/ 1520066 h 1520066"/>
                <a:gd name="connsiteX17" fmla="*/ 4637239 w 8250226"/>
                <a:gd name="connsiteY17" fmla="*/ 1515910 h 1520066"/>
                <a:gd name="connsiteX18" fmla="*/ 4405443 w 8250226"/>
                <a:gd name="connsiteY18" fmla="*/ 1172372 h 1520066"/>
                <a:gd name="connsiteX19" fmla="*/ 4179650 w 8250226"/>
                <a:gd name="connsiteY19" fmla="*/ 762803 h 1520066"/>
                <a:gd name="connsiteX20" fmla="*/ 3311567 w 8250226"/>
                <a:gd name="connsiteY20" fmla="*/ 767883 h 1520066"/>
                <a:gd name="connsiteX21" fmla="*/ 2360834 w 8250226"/>
                <a:gd name="connsiteY21" fmla="*/ 995061 h 1520066"/>
                <a:gd name="connsiteX22" fmla="*/ 2342497 w 8250226"/>
                <a:gd name="connsiteY22" fmla="*/ 992833 h 1520066"/>
                <a:gd name="connsiteX23" fmla="*/ 2126238 w 8250226"/>
                <a:gd name="connsiteY23" fmla="*/ 1040931 h 1520066"/>
                <a:gd name="connsiteX24" fmla="*/ 1317343 w 8250226"/>
                <a:gd name="connsiteY24" fmla="*/ 1114064 h 1520066"/>
                <a:gd name="connsiteX25" fmla="*/ 1009685 w 8250226"/>
                <a:gd name="connsiteY25" fmla="*/ 1102634 h 1520066"/>
                <a:gd name="connsiteX26" fmla="*/ 90523 w 8250226"/>
                <a:gd name="connsiteY26" fmla="*/ 742589 h 1520066"/>
                <a:gd name="connsiteX27" fmla="*/ 22895 w 8250226"/>
                <a:gd name="connsiteY27" fmla="*/ 281579 h 1520066"/>
                <a:gd name="connsiteX28" fmla="*/ 33026 w 8250226"/>
                <a:gd name="connsiteY28" fmla="*/ 257679 h 1520066"/>
                <a:gd name="connsiteX29" fmla="*/ 94142 w 8250226"/>
                <a:gd name="connsiteY29" fmla="*/ 257679 h 1520066"/>
                <a:gd name="connsiteX30" fmla="*/ 76235 w 8250226"/>
                <a:gd name="connsiteY30" fmla="*/ 299677 h 1520066"/>
                <a:gd name="connsiteX31" fmla="*/ 140053 w 8250226"/>
                <a:gd name="connsiteY31" fmla="*/ 715919 h 1520066"/>
                <a:gd name="connsiteX32" fmla="*/ 2361283 w 8250226"/>
                <a:gd name="connsiteY32" fmla="*/ 930232 h 1520066"/>
                <a:gd name="connsiteX33" fmla="*/ 2361890 w 8250226"/>
                <a:gd name="connsiteY33" fmla="*/ 932577 h 1520066"/>
                <a:gd name="connsiteX34" fmla="*/ 2418393 w 8250226"/>
                <a:gd name="connsiteY34" fmla="*/ 916935 h 1520066"/>
                <a:gd name="connsiteX35" fmla="*/ 3300486 w 8250226"/>
                <a:gd name="connsiteY35" fmla="*/ 708780 h 1520066"/>
                <a:gd name="connsiteX36" fmla="*/ 4213357 w 8250226"/>
                <a:gd name="connsiteY36" fmla="*/ 712935 h 1520066"/>
                <a:gd name="connsiteX37" fmla="*/ 4462699 w 8250226"/>
                <a:gd name="connsiteY37" fmla="*/ 1154825 h 1520066"/>
                <a:gd name="connsiteX38" fmla="*/ 4648321 w 8250226"/>
                <a:gd name="connsiteY38" fmla="*/ 1456806 h 1520066"/>
                <a:gd name="connsiteX39" fmla="*/ 5382034 w 8250226"/>
                <a:gd name="connsiteY39" fmla="*/ 911024 h 1520066"/>
                <a:gd name="connsiteX40" fmla="*/ 5554727 w 8250226"/>
                <a:gd name="connsiteY40" fmla="*/ 728634 h 1520066"/>
                <a:gd name="connsiteX41" fmla="*/ 5681246 w 8250226"/>
                <a:gd name="connsiteY41" fmla="*/ 599346 h 1520066"/>
                <a:gd name="connsiteX42" fmla="*/ 6613510 w 8250226"/>
                <a:gd name="connsiteY42" fmla="*/ 0 h 1520066"/>
                <a:gd name="connsiteX0" fmla="*/ 6613510 w 8416533"/>
                <a:gd name="connsiteY0" fmla="*/ 0 h 1520066"/>
                <a:gd name="connsiteX1" fmla="*/ 6625977 w 8416533"/>
                <a:gd name="connsiteY1" fmla="*/ 0 h 1520066"/>
                <a:gd name="connsiteX2" fmla="*/ 6964437 w 8416533"/>
                <a:gd name="connsiteY2" fmla="*/ 205015 h 1520066"/>
                <a:gd name="connsiteX3" fmla="*/ 7081720 w 8416533"/>
                <a:gd name="connsiteY3" fmla="*/ 587340 h 1520066"/>
                <a:gd name="connsiteX4" fmla="*/ 7221629 w 8416533"/>
                <a:gd name="connsiteY4" fmla="*/ 899480 h 1520066"/>
                <a:gd name="connsiteX5" fmla="*/ 8199143 w 8416533"/>
                <a:gd name="connsiteY5" fmla="*/ 396639 h 1520066"/>
                <a:gd name="connsiteX6" fmla="*/ 8241625 w 8416533"/>
                <a:gd name="connsiteY6" fmla="*/ 397101 h 1520066"/>
                <a:gd name="connsiteX7" fmla="*/ 8415852 w 8416533"/>
                <a:gd name="connsiteY7" fmla="*/ 762602 h 1520066"/>
                <a:gd name="connsiteX8" fmla="*/ 7211471 w 8416533"/>
                <a:gd name="connsiteY8" fmla="*/ 959045 h 1520066"/>
                <a:gd name="connsiteX9" fmla="*/ 7023079 w 8416533"/>
                <a:gd name="connsiteY9" fmla="*/ 599807 h 1520066"/>
                <a:gd name="connsiteX10" fmla="*/ 6625054 w 8416533"/>
                <a:gd name="connsiteY10" fmla="*/ 60489 h 1520066"/>
                <a:gd name="connsiteX11" fmla="*/ 6613972 w 8416533"/>
                <a:gd name="connsiteY11" fmla="*/ 60489 h 1520066"/>
                <a:gd name="connsiteX12" fmla="*/ 5725111 w 8416533"/>
                <a:gd name="connsiteY12" fmla="*/ 640903 h 1520066"/>
                <a:gd name="connsiteX13" fmla="*/ 5596746 w 8416533"/>
                <a:gd name="connsiteY13" fmla="*/ 772500 h 1520066"/>
                <a:gd name="connsiteX14" fmla="*/ 5426824 w 8416533"/>
                <a:gd name="connsiteY14" fmla="*/ 951657 h 1520066"/>
                <a:gd name="connsiteX15" fmla="*/ 5037572 w 8416533"/>
                <a:gd name="connsiteY15" fmla="*/ 1342294 h 1520066"/>
                <a:gd name="connsiteX16" fmla="*/ 4680181 w 8416533"/>
                <a:gd name="connsiteY16" fmla="*/ 1520066 h 1520066"/>
                <a:gd name="connsiteX17" fmla="*/ 4637239 w 8416533"/>
                <a:gd name="connsiteY17" fmla="*/ 1515910 h 1520066"/>
                <a:gd name="connsiteX18" fmla="*/ 4405443 w 8416533"/>
                <a:gd name="connsiteY18" fmla="*/ 1172372 h 1520066"/>
                <a:gd name="connsiteX19" fmla="*/ 4179650 w 8416533"/>
                <a:gd name="connsiteY19" fmla="*/ 762803 h 1520066"/>
                <a:gd name="connsiteX20" fmla="*/ 3311567 w 8416533"/>
                <a:gd name="connsiteY20" fmla="*/ 767883 h 1520066"/>
                <a:gd name="connsiteX21" fmla="*/ 2360834 w 8416533"/>
                <a:gd name="connsiteY21" fmla="*/ 995061 h 1520066"/>
                <a:gd name="connsiteX22" fmla="*/ 2342497 w 8416533"/>
                <a:gd name="connsiteY22" fmla="*/ 992833 h 1520066"/>
                <a:gd name="connsiteX23" fmla="*/ 2126238 w 8416533"/>
                <a:gd name="connsiteY23" fmla="*/ 1040931 h 1520066"/>
                <a:gd name="connsiteX24" fmla="*/ 1317343 w 8416533"/>
                <a:gd name="connsiteY24" fmla="*/ 1114064 h 1520066"/>
                <a:gd name="connsiteX25" fmla="*/ 1009685 w 8416533"/>
                <a:gd name="connsiteY25" fmla="*/ 1102634 h 1520066"/>
                <a:gd name="connsiteX26" fmla="*/ 90523 w 8416533"/>
                <a:gd name="connsiteY26" fmla="*/ 742589 h 1520066"/>
                <a:gd name="connsiteX27" fmla="*/ 22895 w 8416533"/>
                <a:gd name="connsiteY27" fmla="*/ 281579 h 1520066"/>
                <a:gd name="connsiteX28" fmla="*/ 33026 w 8416533"/>
                <a:gd name="connsiteY28" fmla="*/ 257679 h 1520066"/>
                <a:gd name="connsiteX29" fmla="*/ 94142 w 8416533"/>
                <a:gd name="connsiteY29" fmla="*/ 257679 h 1520066"/>
                <a:gd name="connsiteX30" fmla="*/ 76235 w 8416533"/>
                <a:gd name="connsiteY30" fmla="*/ 299677 h 1520066"/>
                <a:gd name="connsiteX31" fmla="*/ 140053 w 8416533"/>
                <a:gd name="connsiteY31" fmla="*/ 715919 h 1520066"/>
                <a:gd name="connsiteX32" fmla="*/ 2361283 w 8416533"/>
                <a:gd name="connsiteY32" fmla="*/ 930232 h 1520066"/>
                <a:gd name="connsiteX33" fmla="*/ 2361890 w 8416533"/>
                <a:gd name="connsiteY33" fmla="*/ 932577 h 1520066"/>
                <a:gd name="connsiteX34" fmla="*/ 2418393 w 8416533"/>
                <a:gd name="connsiteY34" fmla="*/ 916935 h 1520066"/>
                <a:gd name="connsiteX35" fmla="*/ 3300486 w 8416533"/>
                <a:gd name="connsiteY35" fmla="*/ 708780 h 1520066"/>
                <a:gd name="connsiteX36" fmla="*/ 4213357 w 8416533"/>
                <a:gd name="connsiteY36" fmla="*/ 712935 h 1520066"/>
                <a:gd name="connsiteX37" fmla="*/ 4462699 w 8416533"/>
                <a:gd name="connsiteY37" fmla="*/ 1154825 h 1520066"/>
                <a:gd name="connsiteX38" fmla="*/ 4648321 w 8416533"/>
                <a:gd name="connsiteY38" fmla="*/ 1456806 h 1520066"/>
                <a:gd name="connsiteX39" fmla="*/ 5382034 w 8416533"/>
                <a:gd name="connsiteY39" fmla="*/ 911024 h 1520066"/>
                <a:gd name="connsiteX40" fmla="*/ 5554727 w 8416533"/>
                <a:gd name="connsiteY40" fmla="*/ 728634 h 1520066"/>
                <a:gd name="connsiteX41" fmla="*/ 5681246 w 8416533"/>
                <a:gd name="connsiteY41" fmla="*/ 599346 h 1520066"/>
                <a:gd name="connsiteX42" fmla="*/ 6613510 w 8416533"/>
                <a:gd name="connsiteY42" fmla="*/ 0 h 1520066"/>
                <a:gd name="connsiteX0" fmla="*/ 6613510 w 8416442"/>
                <a:gd name="connsiteY0" fmla="*/ 0 h 1520066"/>
                <a:gd name="connsiteX1" fmla="*/ 6625977 w 8416442"/>
                <a:gd name="connsiteY1" fmla="*/ 0 h 1520066"/>
                <a:gd name="connsiteX2" fmla="*/ 6964437 w 8416442"/>
                <a:gd name="connsiteY2" fmla="*/ 205015 h 1520066"/>
                <a:gd name="connsiteX3" fmla="*/ 7081720 w 8416442"/>
                <a:gd name="connsiteY3" fmla="*/ 587340 h 1520066"/>
                <a:gd name="connsiteX4" fmla="*/ 7221629 w 8416442"/>
                <a:gd name="connsiteY4" fmla="*/ 899480 h 1520066"/>
                <a:gd name="connsiteX5" fmla="*/ 8348876 w 8416442"/>
                <a:gd name="connsiteY5" fmla="*/ 665822 h 1520066"/>
                <a:gd name="connsiteX6" fmla="*/ 8241625 w 8416442"/>
                <a:gd name="connsiteY6" fmla="*/ 397101 h 1520066"/>
                <a:gd name="connsiteX7" fmla="*/ 8415852 w 8416442"/>
                <a:gd name="connsiteY7" fmla="*/ 762602 h 1520066"/>
                <a:gd name="connsiteX8" fmla="*/ 7211471 w 8416442"/>
                <a:gd name="connsiteY8" fmla="*/ 959045 h 1520066"/>
                <a:gd name="connsiteX9" fmla="*/ 7023079 w 8416442"/>
                <a:gd name="connsiteY9" fmla="*/ 599807 h 1520066"/>
                <a:gd name="connsiteX10" fmla="*/ 6625054 w 8416442"/>
                <a:gd name="connsiteY10" fmla="*/ 60489 h 1520066"/>
                <a:gd name="connsiteX11" fmla="*/ 6613972 w 8416442"/>
                <a:gd name="connsiteY11" fmla="*/ 60489 h 1520066"/>
                <a:gd name="connsiteX12" fmla="*/ 5725111 w 8416442"/>
                <a:gd name="connsiteY12" fmla="*/ 640903 h 1520066"/>
                <a:gd name="connsiteX13" fmla="*/ 5596746 w 8416442"/>
                <a:gd name="connsiteY13" fmla="*/ 772500 h 1520066"/>
                <a:gd name="connsiteX14" fmla="*/ 5426824 w 8416442"/>
                <a:gd name="connsiteY14" fmla="*/ 951657 h 1520066"/>
                <a:gd name="connsiteX15" fmla="*/ 5037572 w 8416442"/>
                <a:gd name="connsiteY15" fmla="*/ 1342294 h 1520066"/>
                <a:gd name="connsiteX16" fmla="*/ 4680181 w 8416442"/>
                <a:gd name="connsiteY16" fmla="*/ 1520066 h 1520066"/>
                <a:gd name="connsiteX17" fmla="*/ 4637239 w 8416442"/>
                <a:gd name="connsiteY17" fmla="*/ 1515910 h 1520066"/>
                <a:gd name="connsiteX18" fmla="*/ 4405443 w 8416442"/>
                <a:gd name="connsiteY18" fmla="*/ 1172372 h 1520066"/>
                <a:gd name="connsiteX19" fmla="*/ 4179650 w 8416442"/>
                <a:gd name="connsiteY19" fmla="*/ 762803 h 1520066"/>
                <a:gd name="connsiteX20" fmla="*/ 3311567 w 8416442"/>
                <a:gd name="connsiteY20" fmla="*/ 767883 h 1520066"/>
                <a:gd name="connsiteX21" fmla="*/ 2360834 w 8416442"/>
                <a:gd name="connsiteY21" fmla="*/ 995061 h 1520066"/>
                <a:gd name="connsiteX22" fmla="*/ 2342497 w 8416442"/>
                <a:gd name="connsiteY22" fmla="*/ 992833 h 1520066"/>
                <a:gd name="connsiteX23" fmla="*/ 2126238 w 8416442"/>
                <a:gd name="connsiteY23" fmla="*/ 1040931 h 1520066"/>
                <a:gd name="connsiteX24" fmla="*/ 1317343 w 8416442"/>
                <a:gd name="connsiteY24" fmla="*/ 1114064 h 1520066"/>
                <a:gd name="connsiteX25" fmla="*/ 1009685 w 8416442"/>
                <a:gd name="connsiteY25" fmla="*/ 1102634 h 1520066"/>
                <a:gd name="connsiteX26" fmla="*/ 90523 w 8416442"/>
                <a:gd name="connsiteY26" fmla="*/ 742589 h 1520066"/>
                <a:gd name="connsiteX27" fmla="*/ 22895 w 8416442"/>
                <a:gd name="connsiteY27" fmla="*/ 281579 h 1520066"/>
                <a:gd name="connsiteX28" fmla="*/ 33026 w 8416442"/>
                <a:gd name="connsiteY28" fmla="*/ 257679 h 1520066"/>
                <a:gd name="connsiteX29" fmla="*/ 94142 w 8416442"/>
                <a:gd name="connsiteY29" fmla="*/ 257679 h 1520066"/>
                <a:gd name="connsiteX30" fmla="*/ 76235 w 8416442"/>
                <a:gd name="connsiteY30" fmla="*/ 299677 h 1520066"/>
                <a:gd name="connsiteX31" fmla="*/ 140053 w 8416442"/>
                <a:gd name="connsiteY31" fmla="*/ 715919 h 1520066"/>
                <a:gd name="connsiteX32" fmla="*/ 2361283 w 8416442"/>
                <a:gd name="connsiteY32" fmla="*/ 930232 h 1520066"/>
                <a:gd name="connsiteX33" fmla="*/ 2361890 w 8416442"/>
                <a:gd name="connsiteY33" fmla="*/ 932577 h 1520066"/>
                <a:gd name="connsiteX34" fmla="*/ 2418393 w 8416442"/>
                <a:gd name="connsiteY34" fmla="*/ 916935 h 1520066"/>
                <a:gd name="connsiteX35" fmla="*/ 3300486 w 8416442"/>
                <a:gd name="connsiteY35" fmla="*/ 708780 h 1520066"/>
                <a:gd name="connsiteX36" fmla="*/ 4213357 w 8416442"/>
                <a:gd name="connsiteY36" fmla="*/ 712935 h 1520066"/>
                <a:gd name="connsiteX37" fmla="*/ 4462699 w 8416442"/>
                <a:gd name="connsiteY37" fmla="*/ 1154825 h 1520066"/>
                <a:gd name="connsiteX38" fmla="*/ 4648321 w 8416442"/>
                <a:gd name="connsiteY38" fmla="*/ 1456806 h 1520066"/>
                <a:gd name="connsiteX39" fmla="*/ 5382034 w 8416442"/>
                <a:gd name="connsiteY39" fmla="*/ 911024 h 1520066"/>
                <a:gd name="connsiteX40" fmla="*/ 5554727 w 8416442"/>
                <a:gd name="connsiteY40" fmla="*/ 728634 h 1520066"/>
                <a:gd name="connsiteX41" fmla="*/ 5681246 w 8416442"/>
                <a:gd name="connsiteY41" fmla="*/ 599346 h 1520066"/>
                <a:gd name="connsiteX42" fmla="*/ 6613510 w 8416442"/>
                <a:gd name="connsiteY42" fmla="*/ 0 h 1520066"/>
                <a:gd name="connsiteX0" fmla="*/ 6613510 w 8531776"/>
                <a:gd name="connsiteY0" fmla="*/ 0 h 1520066"/>
                <a:gd name="connsiteX1" fmla="*/ 6625977 w 8531776"/>
                <a:gd name="connsiteY1" fmla="*/ 0 h 1520066"/>
                <a:gd name="connsiteX2" fmla="*/ 6964437 w 8531776"/>
                <a:gd name="connsiteY2" fmla="*/ 205015 h 1520066"/>
                <a:gd name="connsiteX3" fmla="*/ 7081720 w 8531776"/>
                <a:gd name="connsiteY3" fmla="*/ 587340 h 1520066"/>
                <a:gd name="connsiteX4" fmla="*/ 7221629 w 8531776"/>
                <a:gd name="connsiteY4" fmla="*/ 899480 h 1520066"/>
                <a:gd name="connsiteX5" fmla="*/ 8348876 w 8531776"/>
                <a:gd name="connsiteY5" fmla="*/ 665822 h 1520066"/>
                <a:gd name="connsiteX6" fmla="*/ 8415852 w 8531776"/>
                <a:gd name="connsiteY6" fmla="*/ 762602 h 1520066"/>
                <a:gd name="connsiteX7" fmla="*/ 7211471 w 8531776"/>
                <a:gd name="connsiteY7" fmla="*/ 959045 h 1520066"/>
                <a:gd name="connsiteX8" fmla="*/ 7023079 w 8531776"/>
                <a:gd name="connsiteY8" fmla="*/ 599807 h 1520066"/>
                <a:gd name="connsiteX9" fmla="*/ 6625054 w 8531776"/>
                <a:gd name="connsiteY9" fmla="*/ 60489 h 1520066"/>
                <a:gd name="connsiteX10" fmla="*/ 6613972 w 8531776"/>
                <a:gd name="connsiteY10" fmla="*/ 60489 h 1520066"/>
                <a:gd name="connsiteX11" fmla="*/ 5725111 w 8531776"/>
                <a:gd name="connsiteY11" fmla="*/ 640903 h 1520066"/>
                <a:gd name="connsiteX12" fmla="*/ 5596746 w 8531776"/>
                <a:gd name="connsiteY12" fmla="*/ 772500 h 1520066"/>
                <a:gd name="connsiteX13" fmla="*/ 5426824 w 8531776"/>
                <a:gd name="connsiteY13" fmla="*/ 951657 h 1520066"/>
                <a:gd name="connsiteX14" fmla="*/ 5037572 w 8531776"/>
                <a:gd name="connsiteY14" fmla="*/ 1342294 h 1520066"/>
                <a:gd name="connsiteX15" fmla="*/ 4680181 w 8531776"/>
                <a:gd name="connsiteY15" fmla="*/ 1520066 h 1520066"/>
                <a:gd name="connsiteX16" fmla="*/ 4637239 w 8531776"/>
                <a:gd name="connsiteY16" fmla="*/ 1515910 h 1520066"/>
                <a:gd name="connsiteX17" fmla="*/ 4405443 w 8531776"/>
                <a:gd name="connsiteY17" fmla="*/ 1172372 h 1520066"/>
                <a:gd name="connsiteX18" fmla="*/ 4179650 w 8531776"/>
                <a:gd name="connsiteY18" fmla="*/ 762803 h 1520066"/>
                <a:gd name="connsiteX19" fmla="*/ 3311567 w 8531776"/>
                <a:gd name="connsiteY19" fmla="*/ 767883 h 1520066"/>
                <a:gd name="connsiteX20" fmla="*/ 2360834 w 8531776"/>
                <a:gd name="connsiteY20" fmla="*/ 995061 h 1520066"/>
                <a:gd name="connsiteX21" fmla="*/ 2342497 w 8531776"/>
                <a:gd name="connsiteY21" fmla="*/ 992833 h 1520066"/>
                <a:gd name="connsiteX22" fmla="*/ 2126238 w 8531776"/>
                <a:gd name="connsiteY22" fmla="*/ 1040931 h 1520066"/>
                <a:gd name="connsiteX23" fmla="*/ 1317343 w 8531776"/>
                <a:gd name="connsiteY23" fmla="*/ 1114064 h 1520066"/>
                <a:gd name="connsiteX24" fmla="*/ 1009685 w 8531776"/>
                <a:gd name="connsiteY24" fmla="*/ 1102634 h 1520066"/>
                <a:gd name="connsiteX25" fmla="*/ 90523 w 8531776"/>
                <a:gd name="connsiteY25" fmla="*/ 742589 h 1520066"/>
                <a:gd name="connsiteX26" fmla="*/ 22895 w 8531776"/>
                <a:gd name="connsiteY26" fmla="*/ 281579 h 1520066"/>
                <a:gd name="connsiteX27" fmla="*/ 33026 w 8531776"/>
                <a:gd name="connsiteY27" fmla="*/ 257679 h 1520066"/>
                <a:gd name="connsiteX28" fmla="*/ 94142 w 8531776"/>
                <a:gd name="connsiteY28" fmla="*/ 257679 h 1520066"/>
                <a:gd name="connsiteX29" fmla="*/ 76235 w 8531776"/>
                <a:gd name="connsiteY29" fmla="*/ 299677 h 1520066"/>
                <a:gd name="connsiteX30" fmla="*/ 140053 w 8531776"/>
                <a:gd name="connsiteY30" fmla="*/ 715919 h 1520066"/>
                <a:gd name="connsiteX31" fmla="*/ 2361283 w 8531776"/>
                <a:gd name="connsiteY31" fmla="*/ 930232 h 1520066"/>
                <a:gd name="connsiteX32" fmla="*/ 2361890 w 8531776"/>
                <a:gd name="connsiteY32" fmla="*/ 932577 h 1520066"/>
                <a:gd name="connsiteX33" fmla="*/ 2418393 w 8531776"/>
                <a:gd name="connsiteY33" fmla="*/ 916935 h 1520066"/>
                <a:gd name="connsiteX34" fmla="*/ 3300486 w 8531776"/>
                <a:gd name="connsiteY34" fmla="*/ 708780 h 1520066"/>
                <a:gd name="connsiteX35" fmla="*/ 4213357 w 8531776"/>
                <a:gd name="connsiteY35" fmla="*/ 712935 h 1520066"/>
                <a:gd name="connsiteX36" fmla="*/ 4462699 w 8531776"/>
                <a:gd name="connsiteY36" fmla="*/ 1154825 h 1520066"/>
                <a:gd name="connsiteX37" fmla="*/ 4648321 w 8531776"/>
                <a:gd name="connsiteY37" fmla="*/ 1456806 h 1520066"/>
                <a:gd name="connsiteX38" fmla="*/ 5382034 w 8531776"/>
                <a:gd name="connsiteY38" fmla="*/ 911024 h 1520066"/>
                <a:gd name="connsiteX39" fmla="*/ 5554727 w 8531776"/>
                <a:gd name="connsiteY39" fmla="*/ 728634 h 1520066"/>
                <a:gd name="connsiteX40" fmla="*/ 5681246 w 8531776"/>
                <a:gd name="connsiteY40" fmla="*/ 599346 h 1520066"/>
                <a:gd name="connsiteX41" fmla="*/ 6613510 w 8531776"/>
                <a:gd name="connsiteY41" fmla="*/ 0 h 1520066"/>
                <a:gd name="connsiteX0" fmla="*/ 6613510 w 8531776"/>
                <a:gd name="connsiteY0" fmla="*/ 0 h 1520066"/>
                <a:gd name="connsiteX1" fmla="*/ 6625977 w 8531776"/>
                <a:gd name="connsiteY1" fmla="*/ 0 h 1520066"/>
                <a:gd name="connsiteX2" fmla="*/ 6964437 w 8531776"/>
                <a:gd name="connsiteY2" fmla="*/ 205015 h 1520066"/>
                <a:gd name="connsiteX3" fmla="*/ 7081720 w 8531776"/>
                <a:gd name="connsiteY3" fmla="*/ 587340 h 1520066"/>
                <a:gd name="connsiteX4" fmla="*/ 7221629 w 8531776"/>
                <a:gd name="connsiteY4" fmla="*/ 899480 h 1520066"/>
                <a:gd name="connsiteX5" fmla="*/ 8348876 w 8531776"/>
                <a:gd name="connsiteY5" fmla="*/ 665822 h 1520066"/>
                <a:gd name="connsiteX6" fmla="*/ 8415852 w 8531776"/>
                <a:gd name="connsiteY6" fmla="*/ 774648 h 1520066"/>
                <a:gd name="connsiteX7" fmla="*/ 7211471 w 8531776"/>
                <a:gd name="connsiteY7" fmla="*/ 959045 h 1520066"/>
                <a:gd name="connsiteX8" fmla="*/ 7023079 w 8531776"/>
                <a:gd name="connsiteY8" fmla="*/ 599807 h 1520066"/>
                <a:gd name="connsiteX9" fmla="*/ 6625054 w 8531776"/>
                <a:gd name="connsiteY9" fmla="*/ 60489 h 1520066"/>
                <a:gd name="connsiteX10" fmla="*/ 6613972 w 8531776"/>
                <a:gd name="connsiteY10" fmla="*/ 60489 h 1520066"/>
                <a:gd name="connsiteX11" fmla="*/ 5725111 w 8531776"/>
                <a:gd name="connsiteY11" fmla="*/ 640903 h 1520066"/>
                <a:gd name="connsiteX12" fmla="*/ 5596746 w 8531776"/>
                <a:gd name="connsiteY12" fmla="*/ 772500 h 1520066"/>
                <a:gd name="connsiteX13" fmla="*/ 5426824 w 8531776"/>
                <a:gd name="connsiteY13" fmla="*/ 951657 h 1520066"/>
                <a:gd name="connsiteX14" fmla="*/ 5037572 w 8531776"/>
                <a:gd name="connsiteY14" fmla="*/ 1342294 h 1520066"/>
                <a:gd name="connsiteX15" fmla="*/ 4680181 w 8531776"/>
                <a:gd name="connsiteY15" fmla="*/ 1520066 h 1520066"/>
                <a:gd name="connsiteX16" fmla="*/ 4637239 w 8531776"/>
                <a:gd name="connsiteY16" fmla="*/ 1515910 h 1520066"/>
                <a:gd name="connsiteX17" fmla="*/ 4405443 w 8531776"/>
                <a:gd name="connsiteY17" fmla="*/ 1172372 h 1520066"/>
                <a:gd name="connsiteX18" fmla="*/ 4179650 w 8531776"/>
                <a:gd name="connsiteY18" fmla="*/ 762803 h 1520066"/>
                <a:gd name="connsiteX19" fmla="*/ 3311567 w 8531776"/>
                <a:gd name="connsiteY19" fmla="*/ 767883 h 1520066"/>
                <a:gd name="connsiteX20" fmla="*/ 2360834 w 8531776"/>
                <a:gd name="connsiteY20" fmla="*/ 995061 h 1520066"/>
                <a:gd name="connsiteX21" fmla="*/ 2342497 w 8531776"/>
                <a:gd name="connsiteY21" fmla="*/ 992833 h 1520066"/>
                <a:gd name="connsiteX22" fmla="*/ 2126238 w 8531776"/>
                <a:gd name="connsiteY22" fmla="*/ 1040931 h 1520066"/>
                <a:gd name="connsiteX23" fmla="*/ 1317343 w 8531776"/>
                <a:gd name="connsiteY23" fmla="*/ 1114064 h 1520066"/>
                <a:gd name="connsiteX24" fmla="*/ 1009685 w 8531776"/>
                <a:gd name="connsiteY24" fmla="*/ 1102634 h 1520066"/>
                <a:gd name="connsiteX25" fmla="*/ 90523 w 8531776"/>
                <a:gd name="connsiteY25" fmla="*/ 742589 h 1520066"/>
                <a:gd name="connsiteX26" fmla="*/ 22895 w 8531776"/>
                <a:gd name="connsiteY26" fmla="*/ 281579 h 1520066"/>
                <a:gd name="connsiteX27" fmla="*/ 33026 w 8531776"/>
                <a:gd name="connsiteY27" fmla="*/ 257679 h 1520066"/>
                <a:gd name="connsiteX28" fmla="*/ 94142 w 8531776"/>
                <a:gd name="connsiteY28" fmla="*/ 257679 h 1520066"/>
                <a:gd name="connsiteX29" fmla="*/ 76235 w 8531776"/>
                <a:gd name="connsiteY29" fmla="*/ 299677 h 1520066"/>
                <a:gd name="connsiteX30" fmla="*/ 140053 w 8531776"/>
                <a:gd name="connsiteY30" fmla="*/ 715919 h 1520066"/>
                <a:gd name="connsiteX31" fmla="*/ 2361283 w 8531776"/>
                <a:gd name="connsiteY31" fmla="*/ 930232 h 1520066"/>
                <a:gd name="connsiteX32" fmla="*/ 2361890 w 8531776"/>
                <a:gd name="connsiteY32" fmla="*/ 932577 h 1520066"/>
                <a:gd name="connsiteX33" fmla="*/ 2418393 w 8531776"/>
                <a:gd name="connsiteY33" fmla="*/ 916935 h 1520066"/>
                <a:gd name="connsiteX34" fmla="*/ 3300486 w 8531776"/>
                <a:gd name="connsiteY34" fmla="*/ 708780 h 1520066"/>
                <a:gd name="connsiteX35" fmla="*/ 4213357 w 8531776"/>
                <a:gd name="connsiteY35" fmla="*/ 712935 h 1520066"/>
                <a:gd name="connsiteX36" fmla="*/ 4462699 w 8531776"/>
                <a:gd name="connsiteY36" fmla="*/ 1154825 h 1520066"/>
                <a:gd name="connsiteX37" fmla="*/ 4648321 w 8531776"/>
                <a:gd name="connsiteY37" fmla="*/ 1456806 h 1520066"/>
                <a:gd name="connsiteX38" fmla="*/ 5382034 w 8531776"/>
                <a:gd name="connsiteY38" fmla="*/ 911024 h 1520066"/>
                <a:gd name="connsiteX39" fmla="*/ 5554727 w 8531776"/>
                <a:gd name="connsiteY39" fmla="*/ 728634 h 1520066"/>
                <a:gd name="connsiteX40" fmla="*/ 5681246 w 8531776"/>
                <a:gd name="connsiteY40" fmla="*/ 599346 h 1520066"/>
                <a:gd name="connsiteX41" fmla="*/ 6613510 w 8531776"/>
                <a:gd name="connsiteY41" fmla="*/ 0 h 1520066"/>
                <a:gd name="connsiteX0" fmla="*/ 6613510 w 8454400"/>
                <a:gd name="connsiteY0" fmla="*/ 0 h 1520066"/>
                <a:gd name="connsiteX1" fmla="*/ 6625977 w 8454400"/>
                <a:gd name="connsiteY1" fmla="*/ 0 h 1520066"/>
                <a:gd name="connsiteX2" fmla="*/ 6964437 w 8454400"/>
                <a:gd name="connsiteY2" fmla="*/ 205015 h 1520066"/>
                <a:gd name="connsiteX3" fmla="*/ 7081720 w 8454400"/>
                <a:gd name="connsiteY3" fmla="*/ 587340 h 1520066"/>
                <a:gd name="connsiteX4" fmla="*/ 7221629 w 8454400"/>
                <a:gd name="connsiteY4" fmla="*/ 899480 h 1520066"/>
                <a:gd name="connsiteX5" fmla="*/ 8348876 w 8454400"/>
                <a:gd name="connsiteY5" fmla="*/ 665822 h 1520066"/>
                <a:gd name="connsiteX6" fmla="*/ 8415852 w 8454400"/>
                <a:gd name="connsiteY6" fmla="*/ 774648 h 1520066"/>
                <a:gd name="connsiteX7" fmla="*/ 7211471 w 8454400"/>
                <a:gd name="connsiteY7" fmla="*/ 959045 h 1520066"/>
                <a:gd name="connsiteX8" fmla="*/ 7023079 w 8454400"/>
                <a:gd name="connsiteY8" fmla="*/ 599807 h 1520066"/>
                <a:gd name="connsiteX9" fmla="*/ 6625054 w 8454400"/>
                <a:gd name="connsiteY9" fmla="*/ 60489 h 1520066"/>
                <a:gd name="connsiteX10" fmla="*/ 6613972 w 8454400"/>
                <a:gd name="connsiteY10" fmla="*/ 60489 h 1520066"/>
                <a:gd name="connsiteX11" fmla="*/ 5725111 w 8454400"/>
                <a:gd name="connsiteY11" fmla="*/ 640903 h 1520066"/>
                <a:gd name="connsiteX12" fmla="*/ 5596746 w 8454400"/>
                <a:gd name="connsiteY12" fmla="*/ 772500 h 1520066"/>
                <a:gd name="connsiteX13" fmla="*/ 5426824 w 8454400"/>
                <a:gd name="connsiteY13" fmla="*/ 951657 h 1520066"/>
                <a:gd name="connsiteX14" fmla="*/ 5037572 w 8454400"/>
                <a:gd name="connsiteY14" fmla="*/ 1342294 h 1520066"/>
                <a:gd name="connsiteX15" fmla="*/ 4680181 w 8454400"/>
                <a:gd name="connsiteY15" fmla="*/ 1520066 h 1520066"/>
                <a:gd name="connsiteX16" fmla="*/ 4637239 w 8454400"/>
                <a:gd name="connsiteY16" fmla="*/ 1515910 h 1520066"/>
                <a:gd name="connsiteX17" fmla="*/ 4405443 w 8454400"/>
                <a:gd name="connsiteY17" fmla="*/ 1172372 h 1520066"/>
                <a:gd name="connsiteX18" fmla="*/ 4179650 w 8454400"/>
                <a:gd name="connsiteY18" fmla="*/ 762803 h 1520066"/>
                <a:gd name="connsiteX19" fmla="*/ 3311567 w 8454400"/>
                <a:gd name="connsiteY19" fmla="*/ 767883 h 1520066"/>
                <a:gd name="connsiteX20" fmla="*/ 2360834 w 8454400"/>
                <a:gd name="connsiteY20" fmla="*/ 995061 h 1520066"/>
                <a:gd name="connsiteX21" fmla="*/ 2342497 w 8454400"/>
                <a:gd name="connsiteY21" fmla="*/ 992833 h 1520066"/>
                <a:gd name="connsiteX22" fmla="*/ 2126238 w 8454400"/>
                <a:gd name="connsiteY22" fmla="*/ 1040931 h 1520066"/>
                <a:gd name="connsiteX23" fmla="*/ 1317343 w 8454400"/>
                <a:gd name="connsiteY23" fmla="*/ 1114064 h 1520066"/>
                <a:gd name="connsiteX24" fmla="*/ 1009685 w 8454400"/>
                <a:gd name="connsiteY24" fmla="*/ 1102634 h 1520066"/>
                <a:gd name="connsiteX25" fmla="*/ 90523 w 8454400"/>
                <a:gd name="connsiteY25" fmla="*/ 742589 h 1520066"/>
                <a:gd name="connsiteX26" fmla="*/ 22895 w 8454400"/>
                <a:gd name="connsiteY26" fmla="*/ 281579 h 1520066"/>
                <a:gd name="connsiteX27" fmla="*/ 33026 w 8454400"/>
                <a:gd name="connsiteY27" fmla="*/ 257679 h 1520066"/>
                <a:gd name="connsiteX28" fmla="*/ 94142 w 8454400"/>
                <a:gd name="connsiteY28" fmla="*/ 257679 h 1520066"/>
                <a:gd name="connsiteX29" fmla="*/ 76235 w 8454400"/>
                <a:gd name="connsiteY29" fmla="*/ 299677 h 1520066"/>
                <a:gd name="connsiteX30" fmla="*/ 140053 w 8454400"/>
                <a:gd name="connsiteY30" fmla="*/ 715919 h 1520066"/>
                <a:gd name="connsiteX31" fmla="*/ 2361283 w 8454400"/>
                <a:gd name="connsiteY31" fmla="*/ 930232 h 1520066"/>
                <a:gd name="connsiteX32" fmla="*/ 2361890 w 8454400"/>
                <a:gd name="connsiteY32" fmla="*/ 932577 h 1520066"/>
                <a:gd name="connsiteX33" fmla="*/ 2418393 w 8454400"/>
                <a:gd name="connsiteY33" fmla="*/ 916935 h 1520066"/>
                <a:gd name="connsiteX34" fmla="*/ 3300486 w 8454400"/>
                <a:gd name="connsiteY34" fmla="*/ 708780 h 1520066"/>
                <a:gd name="connsiteX35" fmla="*/ 4213357 w 8454400"/>
                <a:gd name="connsiteY35" fmla="*/ 712935 h 1520066"/>
                <a:gd name="connsiteX36" fmla="*/ 4462699 w 8454400"/>
                <a:gd name="connsiteY36" fmla="*/ 1154825 h 1520066"/>
                <a:gd name="connsiteX37" fmla="*/ 4648321 w 8454400"/>
                <a:gd name="connsiteY37" fmla="*/ 1456806 h 1520066"/>
                <a:gd name="connsiteX38" fmla="*/ 5382034 w 8454400"/>
                <a:gd name="connsiteY38" fmla="*/ 911024 h 1520066"/>
                <a:gd name="connsiteX39" fmla="*/ 5554727 w 8454400"/>
                <a:gd name="connsiteY39" fmla="*/ 728634 h 1520066"/>
                <a:gd name="connsiteX40" fmla="*/ 5681246 w 8454400"/>
                <a:gd name="connsiteY40" fmla="*/ 599346 h 1520066"/>
                <a:gd name="connsiteX41" fmla="*/ 6613510 w 8454400"/>
                <a:gd name="connsiteY41" fmla="*/ 0 h 1520066"/>
                <a:gd name="connsiteX0" fmla="*/ 6613510 w 8415852"/>
                <a:gd name="connsiteY0" fmla="*/ 0 h 1520066"/>
                <a:gd name="connsiteX1" fmla="*/ 6625977 w 8415852"/>
                <a:gd name="connsiteY1" fmla="*/ 0 h 1520066"/>
                <a:gd name="connsiteX2" fmla="*/ 6964437 w 8415852"/>
                <a:gd name="connsiteY2" fmla="*/ 205015 h 1520066"/>
                <a:gd name="connsiteX3" fmla="*/ 7081720 w 8415852"/>
                <a:gd name="connsiteY3" fmla="*/ 587340 h 1520066"/>
                <a:gd name="connsiteX4" fmla="*/ 7221629 w 8415852"/>
                <a:gd name="connsiteY4" fmla="*/ 899480 h 1520066"/>
                <a:gd name="connsiteX5" fmla="*/ 8348876 w 8415852"/>
                <a:gd name="connsiteY5" fmla="*/ 665822 h 1520066"/>
                <a:gd name="connsiteX6" fmla="*/ 8415852 w 8415852"/>
                <a:gd name="connsiteY6" fmla="*/ 774648 h 1520066"/>
                <a:gd name="connsiteX7" fmla="*/ 7211471 w 8415852"/>
                <a:gd name="connsiteY7" fmla="*/ 959045 h 1520066"/>
                <a:gd name="connsiteX8" fmla="*/ 7023079 w 8415852"/>
                <a:gd name="connsiteY8" fmla="*/ 599807 h 1520066"/>
                <a:gd name="connsiteX9" fmla="*/ 6625054 w 8415852"/>
                <a:gd name="connsiteY9" fmla="*/ 60489 h 1520066"/>
                <a:gd name="connsiteX10" fmla="*/ 6613972 w 8415852"/>
                <a:gd name="connsiteY10" fmla="*/ 60489 h 1520066"/>
                <a:gd name="connsiteX11" fmla="*/ 5725111 w 8415852"/>
                <a:gd name="connsiteY11" fmla="*/ 640903 h 1520066"/>
                <a:gd name="connsiteX12" fmla="*/ 5596746 w 8415852"/>
                <a:gd name="connsiteY12" fmla="*/ 772500 h 1520066"/>
                <a:gd name="connsiteX13" fmla="*/ 5426824 w 8415852"/>
                <a:gd name="connsiteY13" fmla="*/ 951657 h 1520066"/>
                <a:gd name="connsiteX14" fmla="*/ 5037572 w 8415852"/>
                <a:gd name="connsiteY14" fmla="*/ 1342294 h 1520066"/>
                <a:gd name="connsiteX15" fmla="*/ 4680181 w 8415852"/>
                <a:gd name="connsiteY15" fmla="*/ 1520066 h 1520066"/>
                <a:gd name="connsiteX16" fmla="*/ 4637239 w 8415852"/>
                <a:gd name="connsiteY16" fmla="*/ 1515910 h 1520066"/>
                <a:gd name="connsiteX17" fmla="*/ 4405443 w 8415852"/>
                <a:gd name="connsiteY17" fmla="*/ 1172372 h 1520066"/>
                <a:gd name="connsiteX18" fmla="*/ 4179650 w 8415852"/>
                <a:gd name="connsiteY18" fmla="*/ 762803 h 1520066"/>
                <a:gd name="connsiteX19" fmla="*/ 3311567 w 8415852"/>
                <a:gd name="connsiteY19" fmla="*/ 767883 h 1520066"/>
                <a:gd name="connsiteX20" fmla="*/ 2360834 w 8415852"/>
                <a:gd name="connsiteY20" fmla="*/ 995061 h 1520066"/>
                <a:gd name="connsiteX21" fmla="*/ 2342497 w 8415852"/>
                <a:gd name="connsiteY21" fmla="*/ 992833 h 1520066"/>
                <a:gd name="connsiteX22" fmla="*/ 2126238 w 8415852"/>
                <a:gd name="connsiteY22" fmla="*/ 1040931 h 1520066"/>
                <a:gd name="connsiteX23" fmla="*/ 1317343 w 8415852"/>
                <a:gd name="connsiteY23" fmla="*/ 1114064 h 1520066"/>
                <a:gd name="connsiteX24" fmla="*/ 1009685 w 8415852"/>
                <a:gd name="connsiteY24" fmla="*/ 1102634 h 1520066"/>
                <a:gd name="connsiteX25" fmla="*/ 90523 w 8415852"/>
                <a:gd name="connsiteY25" fmla="*/ 742589 h 1520066"/>
                <a:gd name="connsiteX26" fmla="*/ 22895 w 8415852"/>
                <a:gd name="connsiteY26" fmla="*/ 281579 h 1520066"/>
                <a:gd name="connsiteX27" fmla="*/ 33026 w 8415852"/>
                <a:gd name="connsiteY27" fmla="*/ 257679 h 1520066"/>
                <a:gd name="connsiteX28" fmla="*/ 94142 w 8415852"/>
                <a:gd name="connsiteY28" fmla="*/ 257679 h 1520066"/>
                <a:gd name="connsiteX29" fmla="*/ 76235 w 8415852"/>
                <a:gd name="connsiteY29" fmla="*/ 299677 h 1520066"/>
                <a:gd name="connsiteX30" fmla="*/ 140053 w 8415852"/>
                <a:gd name="connsiteY30" fmla="*/ 715919 h 1520066"/>
                <a:gd name="connsiteX31" fmla="*/ 2361283 w 8415852"/>
                <a:gd name="connsiteY31" fmla="*/ 930232 h 1520066"/>
                <a:gd name="connsiteX32" fmla="*/ 2361890 w 8415852"/>
                <a:gd name="connsiteY32" fmla="*/ 932577 h 1520066"/>
                <a:gd name="connsiteX33" fmla="*/ 2418393 w 8415852"/>
                <a:gd name="connsiteY33" fmla="*/ 916935 h 1520066"/>
                <a:gd name="connsiteX34" fmla="*/ 3300486 w 8415852"/>
                <a:gd name="connsiteY34" fmla="*/ 708780 h 1520066"/>
                <a:gd name="connsiteX35" fmla="*/ 4213357 w 8415852"/>
                <a:gd name="connsiteY35" fmla="*/ 712935 h 1520066"/>
                <a:gd name="connsiteX36" fmla="*/ 4462699 w 8415852"/>
                <a:gd name="connsiteY36" fmla="*/ 1154825 h 1520066"/>
                <a:gd name="connsiteX37" fmla="*/ 4648321 w 8415852"/>
                <a:gd name="connsiteY37" fmla="*/ 1456806 h 1520066"/>
                <a:gd name="connsiteX38" fmla="*/ 5382034 w 8415852"/>
                <a:gd name="connsiteY38" fmla="*/ 911024 h 1520066"/>
                <a:gd name="connsiteX39" fmla="*/ 5554727 w 8415852"/>
                <a:gd name="connsiteY39" fmla="*/ 728634 h 1520066"/>
                <a:gd name="connsiteX40" fmla="*/ 5681246 w 8415852"/>
                <a:gd name="connsiteY40" fmla="*/ 599346 h 1520066"/>
                <a:gd name="connsiteX41" fmla="*/ 6613510 w 8415852"/>
                <a:gd name="connsiteY41" fmla="*/ 0 h 1520066"/>
                <a:gd name="connsiteX0" fmla="*/ 6613510 w 8399098"/>
                <a:gd name="connsiteY0" fmla="*/ 0 h 1520066"/>
                <a:gd name="connsiteX1" fmla="*/ 6625977 w 8399098"/>
                <a:gd name="connsiteY1" fmla="*/ 0 h 1520066"/>
                <a:gd name="connsiteX2" fmla="*/ 6964437 w 8399098"/>
                <a:gd name="connsiteY2" fmla="*/ 205015 h 1520066"/>
                <a:gd name="connsiteX3" fmla="*/ 7081720 w 8399098"/>
                <a:gd name="connsiteY3" fmla="*/ 587340 h 1520066"/>
                <a:gd name="connsiteX4" fmla="*/ 7221629 w 8399098"/>
                <a:gd name="connsiteY4" fmla="*/ 899480 h 1520066"/>
                <a:gd name="connsiteX5" fmla="*/ 8348876 w 8399098"/>
                <a:gd name="connsiteY5" fmla="*/ 665822 h 1520066"/>
                <a:gd name="connsiteX6" fmla="*/ 8399098 w 8399098"/>
                <a:gd name="connsiteY6" fmla="*/ 726460 h 1520066"/>
                <a:gd name="connsiteX7" fmla="*/ 7211471 w 8399098"/>
                <a:gd name="connsiteY7" fmla="*/ 959045 h 1520066"/>
                <a:gd name="connsiteX8" fmla="*/ 7023079 w 8399098"/>
                <a:gd name="connsiteY8" fmla="*/ 599807 h 1520066"/>
                <a:gd name="connsiteX9" fmla="*/ 6625054 w 8399098"/>
                <a:gd name="connsiteY9" fmla="*/ 60489 h 1520066"/>
                <a:gd name="connsiteX10" fmla="*/ 6613972 w 8399098"/>
                <a:gd name="connsiteY10" fmla="*/ 60489 h 1520066"/>
                <a:gd name="connsiteX11" fmla="*/ 5725111 w 8399098"/>
                <a:gd name="connsiteY11" fmla="*/ 640903 h 1520066"/>
                <a:gd name="connsiteX12" fmla="*/ 5596746 w 8399098"/>
                <a:gd name="connsiteY12" fmla="*/ 772500 h 1520066"/>
                <a:gd name="connsiteX13" fmla="*/ 5426824 w 8399098"/>
                <a:gd name="connsiteY13" fmla="*/ 951657 h 1520066"/>
                <a:gd name="connsiteX14" fmla="*/ 5037572 w 8399098"/>
                <a:gd name="connsiteY14" fmla="*/ 1342294 h 1520066"/>
                <a:gd name="connsiteX15" fmla="*/ 4680181 w 8399098"/>
                <a:gd name="connsiteY15" fmla="*/ 1520066 h 1520066"/>
                <a:gd name="connsiteX16" fmla="*/ 4637239 w 8399098"/>
                <a:gd name="connsiteY16" fmla="*/ 1515910 h 1520066"/>
                <a:gd name="connsiteX17" fmla="*/ 4405443 w 8399098"/>
                <a:gd name="connsiteY17" fmla="*/ 1172372 h 1520066"/>
                <a:gd name="connsiteX18" fmla="*/ 4179650 w 8399098"/>
                <a:gd name="connsiteY18" fmla="*/ 762803 h 1520066"/>
                <a:gd name="connsiteX19" fmla="*/ 3311567 w 8399098"/>
                <a:gd name="connsiteY19" fmla="*/ 767883 h 1520066"/>
                <a:gd name="connsiteX20" fmla="*/ 2360834 w 8399098"/>
                <a:gd name="connsiteY20" fmla="*/ 995061 h 1520066"/>
                <a:gd name="connsiteX21" fmla="*/ 2342497 w 8399098"/>
                <a:gd name="connsiteY21" fmla="*/ 992833 h 1520066"/>
                <a:gd name="connsiteX22" fmla="*/ 2126238 w 8399098"/>
                <a:gd name="connsiteY22" fmla="*/ 1040931 h 1520066"/>
                <a:gd name="connsiteX23" fmla="*/ 1317343 w 8399098"/>
                <a:gd name="connsiteY23" fmla="*/ 1114064 h 1520066"/>
                <a:gd name="connsiteX24" fmla="*/ 1009685 w 8399098"/>
                <a:gd name="connsiteY24" fmla="*/ 1102634 h 1520066"/>
                <a:gd name="connsiteX25" fmla="*/ 90523 w 8399098"/>
                <a:gd name="connsiteY25" fmla="*/ 742589 h 1520066"/>
                <a:gd name="connsiteX26" fmla="*/ 22895 w 8399098"/>
                <a:gd name="connsiteY26" fmla="*/ 281579 h 1520066"/>
                <a:gd name="connsiteX27" fmla="*/ 33026 w 8399098"/>
                <a:gd name="connsiteY27" fmla="*/ 257679 h 1520066"/>
                <a:gd name="connsiteX28" fmla="*/ 94142 w 8399098"/>
                <a:gd name="connsiteY28" fmla="*/ 257679 h 1520066"/>
                <a:gd name="connsiteX29" fmla="*/ 76235 w 8399098"/>
                <a:gd name="connsiteY29" fmla="*/ 299677 h 1520066"/>
                <a:gd name="connsiteX30" fmla="*/ 140053 w 8399098"/>
                <a:gd name="connsiteY30" fmla="*/ 715919 h 1520066"/>
                <a:gd name="connsiteX31" fmla="*/ 2361283 w 8399098"/>
                <a:gd name="connsiteY31" fmla="*/ 930232 h 1520066"/>
                <a:gd name="connsiteX32" fmla="*/ 2361890 w 8399098"/>
                <a:gd name="connsiteY32" fmla="*/ 932577 h 1520066"/>
                <a:gd name="connsiteX33" fmla="*/ 2418393 w 8399098"/>
                <a:gd name="connsiteY33" fmla="*/ 916935 h 1520066"/>
                <a:gd name="connsiteX34" fmla="*/ 3300486 w 8399098"/>
                <a:gd name="connsiteY34" fmla="*/ 708780 h 1520066"/>
                <a:gd name="connsiteX35" fmla="*/ 4213357 w 8399098"/>
                <a:gd name="connsiteY35" fmla="*/ 712935 h 1520066"/>
                <a:gd name="connsiteX36" fmla="*/ 4462699 w 8399098"/>
                <a:gd name="connsiteY36" fmla="*/ 1154825 h 1520066"/>
                <a:gd name="connsiteX37" fmla="*/ 4648321 w 8399098"/>
                <a:gd name="connsiteY37" fmla="*/ 1456806 h 1520066"/>
                <a:gd name="connsiteX38" fmla="*/ 5382034 w 8399098"/>
                <a:gd name="connsiteY38" fmla="*/ 911024 h 1520066"/>
                <a:gd name="connsiteX39" fmla="*/ 5554727 w 8399098"/>
                <a:gd name="connsiteY39" fmla="*/ 728634 h 1520066"/>
                <a:gd name="connsiteX40" fmla="*/ 5681246 w 8399098"/>
                <a:gd name="connsiteY40" fmla="*/ 599346 h 1520066"/>
                <a:gd name="connsiteX41" fmla="*/ 6613510 w 8399098"/>
                <a:gd name="connsiteY41" fmla="*/ 0 h 1520066"/>
                <a:gd name="connsiteX0" fmla="*/ 6613510 w 8399098"/>
                <a:gd name="connsiteY0" fmla="*/ 0 h 1520066"/>
                <a:gd name="connsiteX1" fmla="*/ 6625977 w 8399098"/>
                <a:gd name="connsiteY1" fmla="*/ 0 h 1520066"/>
                <a:gd name="connsiteX2" fmla="*/ 6964437 w 8399098"/>
                <a:gd name="connsiteY2" fmla="*/ 205015 h 1520066"/>
                <a:gd name="connsiteX3" fmla="*/ 7081720 w 8399098"/>
                <a:gd name="connsiteY3" fmla="*/ 587340 h 1520066"/>
                <a:gd name="connsiteX4" fmla="*/ 7221629 w 8399098"/>
                <a:gd name="connsiteY4" fmla="*/ 899480 h 1520066"/>
                <a:gd name="connsiteX5" fmla="*/ 8348876 w 8399098"/>
                <a:gd name="connsiteY5" fmla="*/ 665822 h 1520066"/>
                <a:gd name="connsiteX6" fmla="*/ 8399098 w 8399098"/>
                <a:gd name="connsiteY6" fmla="*/ 726460 h 1520066"/>
                <a:gd name="connsiteX7" fmla="*/ 7211471 w 8399098"/>
                <a:gd name="connsiteY7" fmla="*/ 959045 h 1520066"/>
                <a:gd name="connsiteX8" fmla="*/ 7023079 w 8399098"/>
                <a:gd name="connsiteY8" fmla="*/ 599807 h 1520066"/>
                <a:gd name="connsiteX9" fmla="*/ 6625054 w 8399098"/>
                <a:gd name="connsiteY9" fmla="*/ 60489 h 1520066"/>
                <a:gd name="connsiteX10" fmla="*/ 6613972 w 8399098"/>
                <a:gd name="connsiteY10" fmla="*/ 60489 h 1520066"/>
                <a:gd name="connsiteX11" fmla="*/ 5725111 w 8399098"/>
                <a:gd name="connsiteY11" fmla="*/ 640903 h 1520066"/>
                <a:gd name="connsiteX12" fmla="*/ 5596746 w 8399098"/>
                <a:gd name="connsiteY12" fmla="*/ 772500 h 1520066"/>
                <a:gd name="connsiteX13" fmla="*/ 5426824 w 8399098"/>
                <a:gd name="connsiteY13" fmla="*/ 951657 h 1520066"/>
                <a:gd name="connsiteX14" fmla="*/ 5037572 w 8399098"/>
                <a:gd name="connsiteY14" fmla="*/ 1342294 h 1520066"/>
                <a:gd name="connsiteX15" fmla="*/ 4680181 w 8399098"/>
                <a:gd name="connsiteY15" fmla="*/ 1520066 h 1520066"/>
                <a:gd name="connsiteX16" fmla="*/ 4637239 w 8399098"/>
                <a:gd name="connsiteY16" fmla="*/ 1515910 h 1520066"/>
                <a:gd name="connsiteX17" fmla="*/ 4405443 w 8399098"/>
                <a:gd name="connsiteY17" fmla="*/ 1172372 h 1520066"/>
                <a:gd name="connsiteX18" fmla="*/ 4179650 w 8399098"/>
                <a:gd name="connsiteY18" fmla="*/ 762803 h 1520066"/>
                <a:gd name="connsiteX19" fmla="*/ 3311567 w 8399098"/>
                <a:gd name="connsiteY19" fmla="*/ 767883 h 1520066"/>
                <a:gd name="connsiteX20" fmla="*/ 2360834 w 8399098"/>
                <a:gd name="connsiteY20" fmla="*/ 995061 h 1520066"/>
                <a:gd name="connsiteX21" fmla="*/ 2342497 w 8399098"/>
                <a:gd name="connsiteY21" fmla="*/ 992833 h 1520066"/>
                <a:gd name="connsiteX22" fmla="*/ 2126238 w 8399098"/>
                <a:gd name="connsiteY22" fmla="*/ 1040931 h 1520066"/>
                <a:gd name="connsiteX23" fmla="*/ 1317343 w 8399098"/>
                <a:gd name="connsiteY23" fmla="*/ 1114064 h 1520066"/>
                <a:gd name="connsiteX24" fmla="*/ 1009685 w 8399098"/>
                <a:gd name="connsiteY24" fmla="*/ 1102634 h 1520066"/>
                <a:gd name="connsiteX25" fmla="*/ 90523 w 8399098"/>
                <a:gd name="connsiteY25" fmla="*/ 742589 h 1520066"/>
                <a:gd name="connsiteX26" fmla="*/ 22895 w 8399098"/>
                <a:gd name="connsiteY26" fmla="*/ 281579 h 1520066"/>
                <a:gd name="connsiteX27" fmla="*/ 33026 w 8399098"/>
                <a:gd name="connsiteY27" fmla="*/ 257679 h 1520066"/>
                <a:gd name="connsiteX28" fmla="*/ 94142 w 8399098"/>
                <a:gd name="connsiteY28" fmla="*/ 257679 h 1520066"/>
                <a:gd name="connsiteX29" fmla="*/ 76235 w 8399098"/>
                <a:gd name="connsiteY29" fmla="*/ 299677 h 1520066"/>
                <a:gd name="connsiteX30" fmla="*/ 140053 w 8399098"/>
                <a:gd name="connsiteY30" fmla="*/ 715919 h 1520066"/>
                <a:gd name="connsiteX31" fmla="*/ 2361283 w 8399098"/>
                <a:gd name="connsiteY31" fmla="*/ 930232 h 1520066"/>
                <a:gd name="connsiteX32" fmla="*/ 2361890 w 8399098"/>
                <a:gd name="connsiteY32" fmla="*/ 932577 h 1520066"/>
                <a:gd name="connsiteX33" fmla="*/ 2418393 w 8399098"/>
                <a:gd name="connsiteY33" fmla="*/ 916935 h 1520066"/>
                <a:gd name="connsiteX34" fmla="*/ 3300486 w 8399098"/>
                <a:gd name="connsiteY34" fmla="*/ 708780 h 1520066"/>
                <a:gd name="connsiteX35" fmla="*/ 4213357 w 8399098"/>
                <a:gd name="connsiteY35" fmla="*/ 712935 h 1520066"/>
                <a:gd name="connsiteX36" fmla="*/ 4462699 w 8399098"/>
                <a:gd name="connsiteY36" fmla="*/ 1154825 h 1520066"/>
                <a:gd name="connsiteX37" fmla="*/ 4648321 w 8399098"/>
                <a:gd name="connsiteY37" fmla="*/ 1456806 h 1520066"/>
                <a:gd name="connsiteX38" fmla="*/ 5382034 w 8399098"/>
                <a:gd name="connsiteY38" fmla="*/ 911024 h 1520066"/>
                <a:gd name="connsiteX39" fmla="*/ 5554727 w 8399098"/>
                <a:gd name="connsiteY39" fmla="*/ 728634 h 1520066"/>
                <a:gd name="connsiteX40" fmla="*/ 5681246 w 8399098"/>
                <a:gd name="connsiteY40" fmla="*/ 599346 h 1520066"/>
                <a:gd name="connsiteX41" fmla="*/ 6613510 w 8399098"/>
                <a:gd name="connsiteY41" fmla="*/ 0 h 1520066"/>
                <a:gd name="connsiteX0" fmla="*/ 6613510 w 8393514"/>
                <a:gd name="connsiteY0" fmla="*/ 0 h 1520066"/>
                <a:gd name="connsiteX1" fmla="*/ 6625977 w 8393514"/>
                <a:gd name="connsiteY1" fmla="*/ 0 h 1520066"/>
                <a:gd name="connsiteX2" fmla="*/ 6964437 w 8393514"/>
                <a:gd name="connsiteY2" fmla="*/ 205015 h 1520066"/>
                <a:gd name="connsiteX3" fmla="*/ 7081720 w 8393514"/>
                <a:gd name="connsiteY3" fmla="*/ 587340 h 1520066"/>
                <a:gd name="connsiteX4" fmla="*/ 7221629 w 8393514"/>
                <a:gd name="connsiteY4" fmla="*/ 899480 h 1520066"/>
                <a:gd name="connsiteX5" fmla="*/ 8348876 w 8393514"/>
                <a:gd name="connsiteY5" fmla="*/ 665822 h 1520066"/>
                <a:gd name="connsiteX6" fmla="*/ 8393514 w 8393514"/>
                <a:gd name="connsiteY6" fmla="*/ 714412 h 1520066"/>
                <a:gd name="connsiteX7" fmla="*/ 7211471 w 8393514"/>
                <a:gd name="connsiteY7" fmla="*/ 959045 h 1520066"/>
                <a:gd name="connsiteX8" fmla="*/ 7023079 w 8393514"/>
                <a:gd name="connsiteY8" fmla="*/ 599807 h 1520066"/>
                <a:gd name="connsiteX9" fmla="*/ 6625054 w 8393514"/>
                <a:gd name="connsiteY9" fmla="*/ 60489 h 1520066"/>
                <a:gd name="connsiteX10" fmla="*/ 6613972 w 8393514"/>
                <a:gd name="connsiteY10" fmla="*/ 60489 h 1520066"/>
                <a:gd name="connsiteX11" fmla="*/ 5725111 w 8393514"/>
                <a:gd name="connsiteY11" fmla="*/ 640903 h 1520066"/>
                <a:gd name="connsiteX12" fmla="*/ 5596746 w 8393514"/>
                <a:gd name="connsiteY12" fmla="*/ 772500 h 1520066"/>
                <a:gd name="connsiteX13" fmla="*/ 5426824 w 8393514"/>
                <a:gd name="connsiteY13" fmla="*/ 951657 h 1520066"/>
                <a:gd name="connsiteX14" fmla="*/ 5037572 w 8393514"/>
                <a:gd name="connsiteY14" fmla="*/ 1342294 h 1520066"/>
                <a:gd name="connsiteX15" fmla="*/ 4680181 w 8393514"/>
                <a:gd name="connsiteY15" fmla="*/ 1520066 h 1520066"/>
                <a:gd name="connsiteX16" fmla="*/ 4637239 w 8393514"/>
                <a:gd name="connsiteY16" fmla="*/ 1515910 h 1520066"/>
                <a:gd name="connsiteX17" fmla="*/ 4405443 w 8393514"/>
                <a:gd name="connsiteY17" fmla="*/ 1172372 h 1520066"/>
                <a:gd name="connsiteX18" fmla="*/ 4179650 w 8393514"/>
                <a:gd name="connsiteY18" fmla="*/ 762803 h 1520066"/>
                <a:gd name="connsiteX19" fmla="*/ 3311567 w 8393514"/>
                <a:gd name="connsiteY19" fmla="*/ 767883 h 1520066"/>
                <a:gd name="connsiteX20" fmla="*/ 2360834 w 8393514"/>
                <a:gd name="connsiteY20" fmla="*/ 995061 h 1520066"/>
                <a:gd name="connsiteX21" fmla="*/ 2342497 w 8393514"/>
                <a:gd name="connsiteY21" fmla="*/ 992833 h 1520066"/>
                <a:gd name="connsiteX22" fmla="*/ 2126238 w 8393514"/>
                <a:gd name="connsiteY22" fmla="*/ 1040931 h 1520066"/>
                <a:gd name="connsiteX23" fmla="*/ 1317343 w 8393514"/>
                <a:gd name="connsiteY23" fmla="*/ 1114064 h 1520066"/>
                <a:gd name="connsiteX24" fmla="*/ 1009685 w 8393514"/>
                <a:gd name="connsiteY24" fmla="*/ 1102634 h 1520066"/>
                <a:gd name="connsiteX25" fmla="*/ 90523 w 8393514"/>
                <a:gd name="connsiteY25" fmla="*/ 742589 h 1520066"/>
                <a:gd name="connsiteX26" fmla="*/ 22895 w 8393514"/>
                <a:gd name="connsiteY26" fmla="*/ 281579 h 1520066"/>
                <a:gd name="connsiteX27" fmla="*/ 33026 w 8393514"/>
                <a:gd name="connsiteY27" fmla="*/ 257679 h 1520066"/>
                <a:gd name="connsiteX28" fmla="*/ 94142 w 8393514"/>
                <a:gd name="connsiteY28" fmla="*/ 257679 h 1520066"/>
                <a:gd name="connsiteX29" fmla="*/ 76235 w 8393514"/>
                <a:gd name="connsiteY29" fmla="*/ 299677 h 1520066"/>
                <a:gd name="connsiteX30" fmla="*/ 140053 w 8393514"/>
                <a:gd name="connsiteY30" fmla="*/ 715919 h 1520066"/>
                <a:gd name="connsiteX31" fmla="*/ 2361283 w 8393514"/>
                <a:gd name="connsiteY31" fmla="*/ 930232 h 1520066"/>
                <a:gd name="connsiteX32" fmla="*/ 2361890 w 8393514"/>
                <a:gd name="connsiteY32" fmla="*/ 932577 h 1520066"/>
                <a:gd name="connsiteX33" fmla="*/ 2418393 w 8393514"/>
                <a:gd name="connsiteY33" fmla="*/ 916935 h 1520066"/>
                <a:gd name="connsiteX34" fmla="*/ 3300486 w 8393514"/>
                <a:gd name="connsiteY34" fmla="*/ 708780 h 1520066"/>
                <a:gd name="connsiteX35" fmla="*/ 4213357 w 8393514"/>
                <a:gd name="connsiteY35" fmla="*/ 712935 h 1520066"/>
                <a:gd name="connsiteX36" fmla="*/ 4462699 w 8393514"/>
                <a:gd name="connsiteY36" fmla="*/ 1154825 h 1520066"/>
                <a:gd name="connsiteX37" fmla="*/ 4648321 w 8393514"/>
                <a:gd name="connsiteY37" fmla="*/ 1456806 h 1520066"/>
                <a:gd name="connsiteX38" fmla="*/ 5382034 w 8393514"/>
                <a:gd name="connsiteY38" fmla="*/ 911024 h 1520066"/>
                <a:gd name="connsiteX39" fmla="*/ 5554727 w 8393514"/>
                <a:gd name="connsiteY39" fmla="*/ 728634 h 1520066"/>
                <a:gd name="connsiteX40" fmla="*/ 5681246 w 8393514"/>
                <a:gd name="connsiteY40" fmla="*/ 599346 h 1520066"/>
                <a:gd name="connsiteX41" fmla="*/ 6613510 w 8393514"/>
                <a:gd name="connsiteY41" fmla="*/ 0 h 1520066"/>
                <a:gd name="connsiteX0" fmla="*/ 6613510 w 8393514"/>
                <a:gd name="connsiteY0" fmla="*/ 0 h 1520066"/>
                <a:gd name="connsiteX1" fmla="*/ 6625977 w 8393514"/>
                <a:gd name="connsiteY1" fmla="*/ 0 h 1520066"/>
                <a:gd name="connsiteX2" fmla="*/ 6964437 w 8393514"/>
                <a:gd name="connsiteY2" fmla="*/ 205015 h 1520066"/>
                <a:gd name="connsiteX3" fmla="*/ 7062175 w 8393514"/>
                <a:gd name="connsiteY3" fmla="*/ 575294 h 1520066"/>
                <a:gd name="connsiteX4" fmla="*/ 7221629 w 8393514"/>
                <a:gd name="connsiteY4" fmla="*/ 899480 h 1520066"/>
                <a:gd name="connsiteX5" fmla="*/ 8348876 w 8393514"/>
                <a:gd name="connsiteY5" fmla="*/ 665822 h 1520066"/>
                <a:gd name="connsiteX6" fmla="*/ 8393514 w 8393514"/>
                <a:gd name="connsiteY6" fmla="*/ 714412 h 1520066"/>
                <a:gd name="connsiteX7" fmla="*/ 7211471 w 8393514"/>
                <a:gd name="connsiteY7" fmla="*/ 959045 h 1520066"/>
                <a:gd name="connsiteX8" fmla="*/ 7023079 w 8393514"/>
                <a:gd name="connsiteY8" fmla="*/ 599807 h 1520066"/>
                <a:gd name="connsiteX9" fmla="*/ 6625054 w 8393514"/>
                <a:gd name="connsiteY9" fmla="*/ 60489 h 1520066"/>
                <a:gd name="connsiteX10" fmla="*/ 6613972 w 8393514"/>
                <a:gd name="connsiteY10" fmla="*/ 60489 h 1520066"/>
                <a:gd name="connsiteX11" fmla="*/ 5725111 w 8393514"/>
                <a:gd name="connsiteY11" fmla="*/ 640903 h 1520066"/>
                <a:gd name="connsiteX12" fmla="*/ 5596746 w 8393514"/>
                <a:gd name="connsiteY12" fmla="*/ 772500 h 1520066"/>
                <a:gd name="connsiteX13" fmla="*/ 5426824 w 8393514"/>
                <a:gd name="connsiteY13" fmla="*/ 951657 h 1520066"/>
                <a:gd name="connsiteX14" fmla="*/ 5037572 w 8393514"/>
                <a:gd name="connsiteY14" fmla="*/ 1342294 h 1520066"/>
                <a:gd name="connsiteX15" fmla="*/ 4680181 w 8393514"/>
                <a:gd name="connsiteY15" fmla="*/ 1520066 h 1520066"/>
                <a:gd name="connsiteX16" fmla="*/ 4637239 w 8393514"/>
                <a:gd name="connsiteY16" fmla="*/ 1515910 h 1520066"/>
                <a:gd name="connsiteX17" fmla="*/ 4405443 w 8393514"/>
                <a:gd name="connsiteY17" fmla="*/ 1172372 h 1520066"/>
                <a:gd name="connsiteX18" fmla="*/ 4179650 w 8393514"/>
                <a:gd name="connsiteY18" fmla="*/ 762803 h 1520066"/>
                <a:gd name="connsiteX19" fmla="*/ 3311567 w 8393514"/>
                <a:gd name="connsiteY19" fmla="*/ 767883 h 1520066"/>
                <a:gd name="connsiteX20" fmla="*/ 2360834 w 8393514"/>
                <a:gd name="connsiteY20" fmla="*/ 995061 h 1520066"/>
                <a:gd name="connsiteX21" fmla="*/ 2342497 w 8393514"/>
                <a:gd name="connsiteY21" fmla="*/ 992833 h 1520066"/>
                <a:gd name="connsiteX22" fmla="*/ 2126238 w 8393514"/>
                <a:gd name="connsiteY22" fmla="*/ 1040931 h 1520066"/>
                <a:gd name="connsiteX23" fmla="*/ 1317343 w 8393514"/>
                <a:gd name="connsiteY23" fmla="*/ 1114064 h 1520066"/>
                <a:gd name="connsiteX24" fmla="*/ 1009685 w 8393514"/>
                <a:gd name="connsiteY24" fmla="*/ 1102634 h 1520066"/>
                <a:gd name="connsiteX25" fmla="*/ 90523 w 8393514"/>
                <a:gd name="connsiteY25" fmla="*/ 742589 h 1520066"/>
                <a:gd name="connsiteX26" fmla="*/ 22895 w 8393514"/>
                <a:gd name="connsiteY26" fmla="*/ 281579 h 1520066"/>
                <a:gd name="connsiteX27" fmla="*/ 33026 w 8393514"/>
                <a:gd name="connsiteY27" fmla="*/ 257679 h 1520066"/>
                <a:gd name="connsiteX28" fmla="*/ 94142 w 8393514"/>
                <a:gd name="connsiteY28" fmla="*/ 257679 h 1520066"/>
                <a:gd name="connsiteX29" fmla="*/ 76235 w 8393514"/>
                <a:gd name="connsiteY29" fmla="*/ 299677 h 1520066"/>
                <a:gd name="connsiteX30" fmla="*/ 140053 w 8393514"/>
                <a:gd name="connsiteY30" fmla="*/ 715919 h 1520066"/>
                <a:gd name="connsiteX31" fmla="*/ 2361283 w 8393514"/>
                <a:gd name="connsiteY31" fmla="*/ 930232 h 1520066"/>
                <a:gd name="connsiteX32" fmla="*/ 2361890 w 8393514"/>
                <a:gd name="connsiteY32" fmla="*/ 932577 h 1520066"/>
                <a:gd name="connsiteX33" fmla="*/ 2418393 w 8393514"/>
                <a:gd name="connsiteY33" fmla="*/ 916935 h 1520066"/>
                <a:gd name="connsiteX34" fmla="*/ 3300486 w 8393514"/>
                <a:gd name="connsiteY34" fmla="*/ 708780 h 1520066"/>
                <a:gd name="connsiteX35" fmla="*/ 4213357 w 8393514"/>
                <a:gd name="connsiteY35" fmla="*/ 712935 h 1520066"/>
                <a:gd name="connsiteX36" fmla="*/ 4462699 w 8393514"/>
                <a:gd name="connsiteY36" fmla="*/ 1154825 h 1520066"/>
                <a:gd name="connsiteX37" fmla="*/ 4648321 w 8393514"/>
                <a:gd name="connsiteY37" fmla="*/ 1456806 h 1520066"/>
                <a:gd name="connsiteX38" fmla="*/ 5382034 w 8393514"/>
                <a:gd name="connsiteY38" fmla="*/ 911024 h 1520066"/>
                <a:gd name="connsiteX39" fmla="*/ 5554727 w 8393514"/>
                <a:gd name="connsiteY39" fmla="*/ 728634 h 1520066"/>
                <a:gd name="connsiteX40" fmla="*/ 5681246 w 8393514"/>
                <a:gd name="connsiteY40" fmla="*/ 599346 h 1520066"/>
                <a:gd name="connsiteX41" fmla="*/ 6613510 w 8393514"/>
                <a:gd name="connsiteY41" fmla="*/ 0 h 1520066"/>
                <a:gd name="connsiteX0" fmla="*/ 6613510 w 8393514"/>
                <a:gd name="connsiteY0" fmla="*/ 13848 h 1533914"/>
                <a:gd name="connsiteX1" fmla="*/ 6625977 w 8393514"/>
                <a:gd name="connsiteY1" fmla="*/ 13848 h 1533914"/>
                <a:gd name="connsiteX2" fmla="*/ 6972814 w 8393514"/>
                <a:gd name="connsiteY2" fmla="*/ 200793 h 1533914"/>
                <a:gd name="connsiteX3" fmla="*/ 7062175 w 8393514"/>
                <a:gd name="connsiteY3" fmla="*/ 589142 h 1533914"/>
                <a:gd name="connsiteX4" fmla="*/ 7221629 w 8393514"/>
                <a:gd name="connsiteY4" fmla="*/ 913328 h 1533914"/>
                <a:gd name="connsiteX5" fmla="*/ 8348876 w 8393514"/>
                <a:gd name="connsiteY5" fmla="*/ 679670 h 1533914"/>
                <a:gd name="connsiteX6" fmla="*/ 8393514 w 8393514"/>
                <a:gd name="connsiteY6" fmla="*/ 728260 h 1533914"/>
                <a:gd name="connsiteX7" fmla="*/ 7211471 w 8393514"/>
                <a:gd name="connsiteY7" fmla="*/ 972893 h 1533914"/>
                <a:gd name="connsiteX8" fmla="*/ 7023079 w 8393514"/>
                <a:gd name="connsiteY8" fmla="*/ 613655 h 1533914"/>
                <a:gd name="connsiteX9" fmla="*/ 6625054 w 8393514"/>
                <a:gd name="connsiteY9" fmla="*/ 74337 h 1533914"/>
                <a:gd name="connsiteX10" fmla="*/ 6613972 w 8393514"/>
                <a:gd name="connsiteY10" fmla="*/ 74337 h 1533914"/>
                <a:gd name="connsiteX11" fmla="*/ 5725111 w 8393514"/>
                <a:gd name="connsiteY11" fmla="*/ 654751 h 1533914"/>
                <a:gd name="connsiteX12" fmla="*/ 5596746 w 8393514"/>
                <a:gd name="connsiteY12" fmla="*/ 786348 h 1533914"/>
                <a:gd name="connsiteX13" fmla="*/ 5426824 w 8393514"/>
                <a:gd name="connsiteY13" fmla="*/ 965505 h 1533914"/>
                <a:gd name="connsiteX14" fmla="*/ 5037572 w 8393514"/>
                <a:gd name="connsiteY14" fmla="*/ 1356142 h 1533914"/>
                <a:gd name="connsiteX15" fmla="*/ 4680181 w 8393514"/>
                <a:gd name="connsiteY15" fmla="*/ 1533914 h 1533914"/>
                <a:gd name="connsiteX16" fmla="*/ 4637239 w 8393514"/>
                <a:gd name="connsiteY16" fmla="*/ 1529758 h 1533914"/>
                <a:gd name="connsiteX17" fmla="*/ 4405443 w 8393514"/>
                <a:gd name="connsiteY17" fmla="*/ 1186220 h 1533914"/>
                <a:gd name="connsiteX18" fmla="*/ 4179650 w 8393514"/>
                <a:gd name="connsiteY18" fmla="*/ 776651 h 1533914"/>
                <a:gd name="connsiteX19" fmla="*/ 3311567 w 8393514"/>
                <a:gd name="connsiteY19" fmla="*/ 781731 h 1533914"/>
                <a:gd name="connsiteX20" fmla="*/ 2360834 w 8393514"/>
                <a:gd name="connsiteY20" fmla="*/ 1008909 h 1533914"/>
                <a:gd name="connsiteX21" fmla="*/ 2342497 w 8393514"/>
                <a:gd name="connsiteY21" fmla="*/ 1006681 h 1533914"/>
                <a:gd name="connsiteX22" fmla="*/ 2126238 w 8393514"/>
                <a:gd name="connsiteY22" fmla="*/ 1054779 h 1533914"/>
                <a:gd name="connsiteX23" fmla="*/ 1317343 w 8393514"/>
                <a:gd name="connsiteY23" fmla="*/ 1127912 h 1533914"/>
                <a:gd name="connsiteX24" fmla="*/ 1009685 w 8393514"/>
                <a:gd name="connsiteY24" fmla="*/ 1116482 h 1533914"/>
                <a:gd name="connsiteX25" fmla="*/ 90523 w 8393514"/>
                <a:gd name="connsiteY25" fmla="*/ 756437 h 1533914"/>
                <a:gd name="connsiteX26" fmla="*/ 22895 w 8393514"/>
                <a:gd name="connsiteY26" fmla="*/ 295427 h 1533914"/>
                <a:gd name="connsiteX27" fmla="*/ 33026 w 8393514"/>
                <a:gd name="connsiteY27" fmla="*/ 271527 h 1533914"/>
                <a:gd name="connsiteX28" fmla="*/ 94142 w 8393514"/>
                <a:gd name="connsiteY28" fmla="*/ 271527 h 1533914"/>
                <a:gd name="connsiteX29" fmla="*/ 76235 w 8393514"/>
                <a:gd name="connsiteY29" fmla="*/ 313525 h 1533914"/>
                <a:gd name="connsiteX30" fmla="*/ 140053 w 8393514"/>
                <a:gd name="connsiteY30" fmla="*/ 729767 h 1533914"/>
                <a:gd name="connsiteX31" fmla="*/ 2361283 w 8393514"/>
                <a:gd name="connsiteY31" fmla="*/ 944080 h 1533914"/>
                <a:gd name="connsiteX32" fmla="*/ 2361890 w 8393514"/>
                <a:gd name="connsiteY32" fmla="*/ 946425 h 1533914"/>
                <a:gd name="connsiteX33" fmla="*/ 2418393 w 8393514"/>
                <a:gd name="connsiteY33" fmla="*/ 930783 h 1533914"/>
                <a:gd name="connsiteX34" fmla="*/ 3300486 w 8393514"/>
                <a:gd name="connsiteY34" fmla="*/ 722628 h 1533914"/>
                <a:gd name="connsiteX35" fmla="*/ 4213357 w 8393514"/>
                <a:gd name="connsiteY35" fmla="*/ 726783 h 1533914"/>
                <a:gd name="connsiteX36" fmla="*/ 4462699 w 8393514"/>
                <a:gd name="connsiteY36" fmla="*/ 1168673 h 1533914"/>
                <a:gd name="connsiteX37" fmla="*/ 4648321 w 8393514"/>
                <a:gd name="connsiteY37" fmla="*/ 1470654 h 1533914"/>
                <a:gd name="connsiteX38" fmla="*/ 5382034 w 8393514"/>
                <a:gd name="connsiteY38" fmla="*/ 924872 h 1533914"/>
                <a:gd name="connsiteX39" fmla="*/ 5554727 w 8393514"/>
                <a:gd name="connsiteY39" fmla="*/ 742482 h 1533914"/>
                <a:gd name="connsiteX40" fmla="*/ 5681246 w 8393514"/>
                <a:gd name="connsiteY40" fmla="*/ 613194 h 1533914"/>
                <a:gd name="connsiteX41" fmla="*/ 6613510 w 8393514"/>
                <a:gd name="connsiteY41" fmla="*/ 13848 h 1533914"/>
                <a:gd name="connsiteX0" fmla="*/ 6613510 w 8393514"/>
                <a:gd name="connsiteY0" fmla="*/ 12957 h 1533023"/>
                <a:gd name="connsiteX1" fmla="*/ 6625977 w 8393514"/>
                <a:gd name="connsiteY1" fmla="*/ 12957 h 1533023"/>
                <a:gd name="connsiteX2" fmla="*/ 6944892 w 8393514"/>
                <a:gd name="connsiteY2" fmla="*/ 187853 h 1533023"/>
                <a:gd name="connsiteX3" fmla="*/ 7062175 w 8393514"/>
                <a:gd name="connsiteY3" fmla="*/ 588251 h 1533023"/>
                <a:gd name="connsiteX4" fmla="*/ 7221629 w 8393514"/>
                <a:gd name="connsiteY4" fmla="*/ 912437 h 1533023"/>
                <a:gd name="connsiteX5" fmla="*/ 8348876 w 8393514"/>
                <a:gd name="connsiteY5" fmla="*/ 678779 h 1533023"/>
                <a:gd name="connsiteX6" fmla="*/ 8393514 w 8393514"/>
                <a:gd name="connsiteY6" fmla="*/ 727369 h 1533023"/>
                <a:gd name="connsiteX7" fmla="*/ 7211471 w 8393514"/>
                <a:gd name="connsiteY7" fmla="*/ 972002 h 1533023"/>
                <a:gd name="connsiteX8" fmla="*/ 7023079 w 8393514"/>
                <a:gd name="connsiteY8" fmla="*/ 612764 h 1533023"/>
                <a:gd name="connsiteX9" fmla="*/ 6625054 w 8393514"/>
                <a:gd name="connsiteY9" fmla="*/ 73446 h 1533023"/>
                <a:gd name="connsiteX10" fmla="*/ 6613972 w 8393514"/>
                <a:gd name="connsiteY10" fmla="*/ 73446 h 1533023"/>
                <a:gd name="connsiteX11" fmla="*/ 5725111 w 8393514"/>
                <a:gd name="connsiteY11" fmla="*/ 653860 h 1533023"/>
                <a:gd name="connsiteX12" fmla="*/ 5596746 w 8393514"/>
                <a:gd name="connsiteY12" fmla="*/ 785457 h 1533023"/>
                <a:gd name="connsiteX13" fmla="*/ 5426824 w 8393514"/>
                <a:gd name="connsiteY13" fmla="*/ 964614 h 1533023"/>
                <a:gd name="connsiteX14" fmla="*/ 5037572 w 8393514"/>
                <a:gd name="connsiteY14" fmla="*/ 1355251 h 1533023"/>
                <a:gd name="connsiteX15" fmla="*/ 4680181 w 8393514"/>
                <a:gd name="connsiteY15" fmla="*/ 1533023 h 1533023"/>
                <a:gd name="connsiteX16" fmla="*/ 4637239 w 8393514"/>
                <a:gd name="connsiteY16" fmla="*/ 1528867 h 1533023"/>
                <a:gd name="connsiteX17" fmla="*/ 4405443 w 8393514"/>
                <a:gd name="connsiteY17" fmla="*/ 1185329 h 1533023"/>
                <a:gd name="connsiteX18" fmla="*/ 4179650 w 8393514"/>
                <a:gd name="connsiteY18" fmla="*/ 775760 h 1533023"/>
                <a:gd name="connsiteX19" fmla="*/ 3311567 w 8393514"/>
                <a:gd name="connsiteY19" fmla="*/ 780840 h 1533023"/>
                <a:gd name="connsiteX20" fmla="*/ 2360834 w 8393514"/>
                <a:gd name="connsiteY20" fmla="*/ 1008018 h 1533023"/>
                <a:gd name="connsiteX21" fmla="*/ 2342497 w 8393514"/>
                <a:gd name="connsiteY21" fmla="*/ 1005790 h 1533023"/>
                <a:gd name="connsiteX22" fmla="*/ 2126238 w 8393514"/>
                <a:gd name="connsiteY22" fmla="*/ 1053888 h 1533023"/>
                <a:gd name="connsiteX23" fmla="*/ 1317343 w 8393514"/>
                <a:gd name="connsiteY23" fmla="*/ 1127021 h 1533023"/>
                <a:gd name="connsiteX24" fmla="*/ 1009685 w 8393514"/>
                <a:gd name="connsiteY24" fmla="*/ 1115591 h 1533023"/>
                <a:gd name="connsiteX25" fmla="*/ 90523 w 8393514"/>
                <a:gd name="connsiteY25" fmla="*/ 755546 h 1533023"/>
                <a:gd name="connsiteX26" fmla="*/ 22895 w 8393514"/>
                <a:gd name="connsiteY26" fmla="*/ 294536 h 1533023"/>
                <a:gd name="connsiteX27" fmla="*/ 33026 w 8393514"/>
                <a:gd name="connsiteY27" fmla="*/ 270636 h 1533023"/>
                <a:gd name="connsiteX28" fmla="*/ 94142 w 8393514"/>
                <a:gd name="connsiteY28" fmla="*/ 270636 h 1533023"/>
                <a:gd name="connsiteX29" fmla="*/ 76235 w 8393514"/>
                <a:gd name="connsiteY29" fmla="*/ 312634 h 1533023"/>
                <a:gd name="connsiteX30" fmla="*/ 140053 w 8393514"/>
                <a:gd name="connsiteY30" fmla="*/ 728876 h 1533023"/>
                <a:gd name="connsiteX31" fmla="*/ 2361283 w 8393514"/>
                <a:gd name="connsiteY31" fmla="*/ 943189 h 1533023"/>
                <a:gd name="connsiteX32" fmla="*/ 2361890 w 8393514"/>
                <a:gd name="connsiteY32" fmla="*/ 945534 h 1533023"/>
                <a:gd name="connsiteX33" fmla="*/ 2418393 w 8393514"/>
                <a:gd name="connsiteY33" fmla="*/ 929892 h 1533023"/>
                <a:gd name="connsiteX34" fmla="*/ 3300486 w 8393514"/>
                <a:gd name="connsiteY34" fmla="*/ 721737 h 1533023"/>
                <a:gd name="connsiteX35" fmla="*/ 4213357 w 8393514"/>
                <a:gd name="connsiteY35" fmla="*/ 725892 h 1533023"/>
                <a:gd name="connsiteX36" fmla="*/ 4462699 w 8393514"/>
                <a:gd name="connsiteY36" fmla="*/ 1167782 h 1533023"/>
                <a:gd name="connsiteX37" fmla="*/ 4648321 w 8393514"/>
                <a:gd name="connsiteY37" fmla="*/ 1469763 h 1533023"/>
                <a:gd name="connsiteX38" fmla="*/ 5382034 w 8393514"/>
                <a:gd name="connsiteY38" fmla="*/ 923981 h 1533023"/>
                <a:gd name="connsiteX39" fmla="*/ 5554727 w 8393514"/>
                <a:gd name="connsiteY39" fmla="*/ 741591 h 1533023"/>
                <a:gd name="connsiteX40" fmla="*/ 5681246 w 8393514"/>
                <a:gd name="connsiteY40" fmla="*/ 612303 h 1533023"/>
                <a:gd name="connsiteX41" fmla="*/ 6613510 w 8393514"/>
                <a:gd name="connsiteY41" fmla="*/ 12957 h 1533023"/>
                <a:gd name="connsiteX0" fmla="*/ 6613510 w 8393514"/>
                <a:gd name="connsiteY0" fmla="*/ 12955 h 1533021"/>
                <a:gd name="connsiteX1" fmla="*/ 6625977 w 8393514"/>
                <a:gd name="connsiteY1" fmla="*/ 12955 h 1533021"/>
                <a:gd name="connsiteX2" fmla="*/ 6944892 w 8393514"/>
                <a:gd name="connsiteY2" fmla="*/ 187851 h 1533021"/>
                <a:gd name="connsiteX3" fmla="*/ 7062175 w 8393514"/>
                <a:gd name="connsiteY3" fmla="*/ 588249 h 1533021"/>
                <a:gd name="connsiteX4" fmla="*/ 7221629 w 8393514"/>
                <a:gd name="connsiteY4" fmla="*/ 912435 h 1533021"/>
                <a:gd name="connsiteX5" fmla="*/ 8348876 w 8393514"/>
                <a:gd name="connsiteY5" fmla="*/ 678777 h 1533021"/>
                <a:gd name="connsiteX6" fmla="*/ 8393514 w 8393514"/>
                <a:gd name="connsiteY6" fmla="*/ 727367 h 1533021"/>
                <a:gd name="connsiteX7" fmla="*/ 7211471 w 8393514"/>
                <a:gd name="connsiteY7" fmla="*/ 972000 h 1533021"/>
                <a:gd name="connsiteX8" fmla="*/ 7023079 w 8393514"/>
                <a:gd name="connsiteY8" fmla="*/ 612762 h 1533021"/>
                <a:gd name="connsiteX9" fmla="*/ 6625054 w 8393514"/>
                <a:gd name="connsiteY9" fmla="*/ 73444 h 1533021"/>
                <a:gd name="connsiteX10" fmla="*/ 6613972 w 8393514"/>
                <a:gd name="connsiteY10" fmla="*/ 73444 h 1533021"/>
                <a:gd name="connsiteX11" fmla="*/ 5725111 w 8393514"/>
                <a:gd name="connsiteY11" fmla="*/ 653858 h 1533021"/>
                <a:gd name="connsiteX12" fmla="*/ 5596746 w 8393514"/>
                <a:gd name="connsiteY12" fmla="*/ 785455 h 1533021"/>
                <a:gd name="connsiteX13" fmla="*/ 5426824 w 8393514"/>
                <a:gd name="connsiteY13" fmla="*/ 964612 h 1533021"/>
                <a:gd name="connsiteX14" fmla="*/ 5037572 w 8393514"/>
                <a:gd name="connsiteY14" fmla="*/ 1355249 h 1533021"/>
                <a:gd name="connsiteX15" fmla="*/ 4680181 w 8393514"/>
                <a:gd name="connsiteY15" fmla="*/ 1533021 h 1533021"/>
                <a:gd name="connsiteX16" fmla="*/ 4637239 w 8393514"/>
                <a:gd name="connsiteY16" fmla="*/ 1528865 h 1533021"/>
                <a:gd name="connsiteX17" fmla="*/ 4405443 w 8393514"/>
                <a:gd name="connsiteY17" fmla="*/ 1185327 h 1533021"/>
                <a:gd name="connsiteX18" fmla="*/ 4179650 w 8393514"/>
                <a:gd name="connsiteY18" fmla="*/ 775758 h 1533021"/>
                <a:gd name="connsiteX19" fmla="*/ 3311567 w 8393514"/>
                <a:gd name="connsiteY19" fmla="*/ 780838 h 1533021"/>
                <a:gd name="connsiteX20" fmla="*/ 2360834 w 8393514"/>
                <a:gd name="connsiteY20" fmla="*/ 1008016 h 1533021"/>
                <a:gd name="connsiteX21" fmla="*/ 2342497 w 8393514"/>
                <a:gd name="connsiteY21" fmla="*/ 1005788 h 1533021"/>
                <a:gd name="connsiteX22" fmla="*/ 2126238 w 8393514"/>
                <a:gd name="connsiteY22" fmla="*/ 1053886 h 1533021"/>
                <a:gd name="connsiteX23" fmla="*/ 1317343 w 8393514"/>
                <a:gd name="connsiteY23" fmla="*/ 1127019 h 1533021"/>
                <a:gd name="connsiteX24" fmla="*/ 1009685 w 8393514"/>
                <a:gd name="connsiteY24" fmla="*/ 1115589 h 1533021"/>
                <a:gd name="connsiteX25" fmla="*/ 90523 w 8393514"/>
                <a:gd name="connsiteY25" fmla="*/ 755544 h 1533021"/>
                <a:gd name="connsiteX26" fmla="*/ 22895 w 8393514"/>
                <a:gd name="connsiteY26" fmla="*/ 294534 h 1533021"/>
                <a:gd name="connsiteX27" fmla="*/ 33026 w 8393514"/>
                <a:gd name="connsiteY27" fmla="*/ 270634 h 1533021"/>
                <a:gd name="connsiteX28" fmla="*/ 94142 w 8393514"/>
                <a:gd name="connsiteY28" fmla="*/ 270634 h 1533021"/>
                <a:gd name="connsiteX29" fmla="*/ 76235 w 8393514"/>
                <a:gd name="connsiteY29" fmla="*/ 312632 h 1533021"/>
                <a:gd name="connsiteX30" fmla="*/ 140053 w 8393514"/>
                <a:gd name="connsiteY30" fmla="*/ 728874 h 1533021"/>
                <a:gd name="connsiteX31" fmla="*/ 2361283 w 8393514"/>
                <a:gd name="connsiteY31" fmla="*/ 943187 h 1533021"/>
                <a:gd name="connsiteX32" fmla="*/ 2361890 w 8393514"/>
                <a:gd name="connsiteY32" fmla="*/ 945532 h 1533021"/>
                <a:gd name="connsiteX33" fmla="*/ 2418393 w 8393514"/>
                <a:gd name="connsiteY33" fmla="*/ 929890 h 1533021"/>
                <a:gd name="connsiteX34" fmla="*/ 3300486 w 8393514"/>
                <a:gd name="connsiteY34" fmla="*/ 721735 h 1533021"/>
                <a:gd name="connsiteX35" fmla="*/ 4213357 w 8393514"/>
                <a:gd name="connsiteY35" fmla="*/ 725890 h 1533021"/>
                <a:gd name="connsiteX36" fmla="*/ 4462699 w 8393514"/>
                <a:gd name="connsiteY36" fmla="*/ 1167780 h 1533021"/>
                <a:gd name="connsiteX37" fmla="*/ 4648321 w 8393514"/>
                <a:gd name="connsiteY37" fmla="*/ 1469761 h 1533021"/>
                <a:gd name="connsiteX38" fmla="*/ 5382034 w 8393514"/>
                <a:gd name="connsiteY38" fmla="*/ 923979 h 1533021"/>
                <a:gd name="connsiteX39" fmla="*/ 5554727 w 8393514"/>
                <a:gd name="connsiteY39" fmla="*/ 741589 h 1533021"/>
                <a:gd name="connsiteX40" fmla="*/ 5681246 w 8393514"/>
                <a:gd name="connsiteY40" fmla="*/ 612301 h 1533021"/>
                <a:gd name="connsiteX41" fmla="*/ 6613510 w 8393514"/>
                <a:gd name="connsiteY41" fmla="*/ 12955 h 1533021"/>
                <a:gd name="connsiteX0" fmla="*/ 6613510 w 8393514"/>
                <a:gd name="connsiteY0" fmla="*/ 12955 h 1533021"/>
                <a:gd name="connsiteX1" fmla="*/ 6625977 w 8393514"/>
                <a:gd name="connsiteY1" fmla="*/ 12955 h 1533021"/>
                <a:gd name="connsiteX2" fmla="*/ 6944892 w 8393514"/>
                <a:gd name="connsiteY2" fmla="*/ 187851 h 1533021"/>
                <a:gd name="connsiteX3" fmla="*/ 7062175 w 8393514"/>
                <a:gd name="connsiteY3" fmla="*/ 588249 h 1533021"/>
                <a:gd name="connsiteX4" fmla="*/ 7221629 w 8393514"/>
                <a:gd name="connsiteY4" fmla="*/ 912435 h 1533021"/>
                <a:gd name="connsiteX5" fmla="*/ 8348876 w 8393514"/>
                <a:gd name="connsiteY5" fmla="*/ 678777 h 1533021"/>
                <a:gd name="connsiteX6" fmla="*/ 8393514 w 8393514"/>
                <a:gd name="connsiteY6" fmla="*/ 727367 h 1533021"/>
                <a:gd name="connsiteX7" fmla="*/ 7211471 w 8393514"/>
                <a:gd name="connsiteY7" fmla="*/ 972000 h 1533021"/>
                <a:gd name="connsiteX8" fmla="*/ 7023079 w 8393514"/>
                <a:gd name="connsiteY8" fmla="*/ 612762 h 1533021"/>
                <a:gd name="connsiteX9" fmla="*/ 6625054 w 8393514"/>
                <a:gd name="connsiteY9" fmla="*/ 73444 h 1533021"/>
                <a:gd name="connsiteX10" fmla="*/ 6613972 w 8393514"/>
                <a:gd name="connsiteY10" fmla="*/ 73444 h 1533021"/>
                <a:gd name="connsiteX11" fmla="*/ 5725111 w 8393514"/>
                <a:gd name="connsiteY11" fmla="*/ 653858 h 1533021"/>
                <a:gd name="connsiteX12" fmla="*/ 5596746 w 8393514"/>
                <a:gd name="connsiteY12" fmla="*/ 785455 h 1533021"/>
                <a:gd name="connsiteX13" fmla="*/ 5426824 w 8393514"/>
                <a:gd name="connsiteY13" fmla="*/ 964612 h 1533021"/>
                <a:gd name="connsiteX14" fmla="*/ 5037572 w 8393514"/>
                <a:gd name="connsiteY14" fmla="*/ 1355249 h 1533021"/>
                <a:gd name="connsiteX15" fmla="*/ 4680181 w 8393514"/>
                <a:gd name="connsiteY15" fmla="*/ 1533021 h 1533021"/>
                <a:gd name="connsiteX16" fmla="*/ 4637239 w 8393514"/>
                <a:gd name="connsiteY16" fmla="*/ 1528865 h 1533021"/>
                <a:gd name="connsiteX17" fmla="*/ 4405443 w 8393514"/>
                <a:gd name="connsiteY17" fmla="*/ 1185327 h 1533021"/>
                <a:gd name="connsiteX18" fmla="*/ 4179650 w 8393514"/>
                <a:gd name="connsiteY18" fmla="*/ 775758 h 1533021"/>
                <a:gd name="connsiteX19" fmla="*/ 3311567 w 8393514"/>
                <a:gd name="connsiteY19" fmla="*/ 780838 h 1533021"/>
                <a:gd name="connsiteX20" fmla="*/ 2360834 w 8393514"/>
                <a:gd name="connsiteY20" fmla="*/ 1008016 h 1533021"/>
                <a:gd name="connsiteX21" fmla="*/ 2342497 w 8393514"/>
                <a:gd name="connsiteY21" fmla="*/ 1005788 h 1533021"/>
                <a:gd name="connsiteX22" fmla="*/ 2126238 w 8393514"/>
                <a:gd name="connsiteY22" fmla="*/ 1053886 h 1533021"/>
                <a:gd name="connsiteX23" fmla="*/ 1317343 w 8393514"/>
                <a:gd name="connsiteY23" fmla="*/ 1127019 h 1533021"/>
                <a:gd name="connsiteX24" fmla="*/ 1009685 w 8393514"/>
                <a:gd name="connsiteY24" fmla="*/ 1115589 h 1533021"/>
                <a:gd name="connsiteX25" fmla="*/ 90523 w 8393514"/>
                <a:gd name="connsiteY25" fmla="*/ 755544 h 1533021"/>
                <a:gd name="connsiteX26" fmla="*/ 22895 w 8393514"/>
                <a:gd name="connsiteY26" fmla="*/ 294534 h 1533021"/>
                <a:gd name="connsiteX27" fmla="*/ 33026 w 8393514"/>
                <a:gd name="connsiteY27" fmla="*/ 270634 h 1533021"/>
                <a:gd name="connsiteX28" fmla="*/ 94142 w 8393514"/>
                <a:gd name="connsiteY28" fmla="*/ 270634 h 1533021"/>
                <a:gd name="connsiteX29" fmla="*/ 76235 w 8393514"/>
                <a:gd name="connsiteY29" fmla="*/ 312632 h 1533021"/>
                <a:gd name="connsiteX30" fmla="*/ 140053 w 8393514"/>
                <a:gd name="connsiteY30" fmla="*/ 728874 h 1533021"/>
                <a:gd name="connsiteX31" fmla="*/ 2361283 w 8393514"/>
                <a:gd name="connsiteY31" fmla="*/ 943187 h 1533021"/>
                <a:gd name="connsiteX32" fmla="*/ 2361890 w 8393514"/>
                <a:gd name="connsiteY32" fmla="*/ 945532 h 1533021"/>
                <a:gd name="connsiteX33" fmla="*/ 2418393 w 8393514"/>
                <a:gd name="connsiteY33" fmla="*/ 929890 h 1533021"/>
                <a:gd name="connsiteX34" fmla="*/ 3300486 w 8393514"/>
                <a:gd name="connsiteY34" fmla="*/ 721735 h 1533021"/>
                <a:gd name="connsiteX35" fmla="*/ 4213357 w 8393514"/>
                <a:gd name="connsiteY35" fmla="*/ 725890 h 1533021"/>
                <a:gd name="connsiteX36" fmla="*/ 4462699 w 8393514"/>
                <a:gd name="connsiteY36" fmla="*/ 1167780 h 1533021"/>
                <a:gd name="connsiteX37" fmla="*/ 4648321 w 8393514"/>
                <a:gd name="connsiteY37" fmla="*/ 1469761 h 1533021"/>
                <a:gd name="connsiteX38" fmla="*/ 5382034 w 8393514"/>
                <a:gd name="connsiteY38" fmla="*/ 923979 h 1533021"/>
                <a:gd name="connsiteX39" fmla="*/ 5554727 w 8393514"/>
                <a:gd name="connsiteY39" fmla="*/ 741589 h 1533021"/>
                <a:gd name="connsiteX40" fmla="*/ 5681246 w 8393514"/>
                <a:gd name="connsiteY40" fmla="*/ 612301 h 1533021"/>
                <a:gd name="connsiteX41" fmla="*/ 6613510 w 8393514"/>
                <a:gd name="connsiteY41" fmla="*/ 12955 h 1533021"/>
                <a:gd name="connsiteX0" fmla="*/ 6613510 w 8393514"/>
                <a:gd name="connsiteY0" fmla="*/ 4976 h 1525042"/>
                <a:gd name="connsiteX1" fmla="*/ 6625977 w 8393514"/>
                <a:gd name="connsiteY1" fmla="*/ 4976 h 1525042"/>
                <a:gd name="connsiteX2" fmla="*/ 6944892 w 8393514"/>
                <a:gd name="connsiteY2" fmla="*/ 179872 h 1525042"/>
                <a:gd name="connsiteX3" fmla="*/ 7062175 w 8393514"/>
                <a:gd name="connsiteY3" fmla="*/ 580270 h 1525042"/>
                <a:gd name="connsiteX4" fmla="*/ 7221629 w 8393514"/>
                <a:gd name="connsiteY4" fmla="*/ 904456 h 1525042"/>
                <a:gd name="connsiteX5" fmla="*/ 8348876 w 8393514"/>
                <a:gd name="connsiteY5" fmla="*/ 670798 h 1525042"/>
                <a:gd name="connsiteX6" fmla="*/ 8393514 w 8393514"/>
                <a:gd name="connsiteY6" fmla="*/ 719388 h 1525042"/>
                <a:gd name="connsiteX7" fmla="*/ 7211471 w 8393514"/>
                <a:gd name="connsiteY7" fmla="*/ 964021 h 1525042"/>
                <a:gd name="connsiteX8" fmla="*/ 7023079 w 8393514"/>
                <a:gd name="connsiteY8" fmla="*/ 604783 h 1525042"/>
                <a:gd name="connsiteX9" fmla="*/ 6625054 w 8393514"/>
                <a:gd name="connsiteY9" fmla="*/ 65465 h 1525042"/>
                <a:gd name="connsiteX10" fmla="*/ 6613972 w 8393514"/>
                <a:gd name="connsiteY10" fmla="*/ 65465 h 1525042"/>
                <a:gd name="connsiteX11" fmla="*/ 5725111 w 8393514"/>
                <a:gd name="connsiteY11" fmla="*/ 645879 h 1525042"/>
                <a:gd name="connsiteX12" fmla="*/ 5596746 w 8393514"/>
                <a:gd name="connsiteY12" fmla="*/ 777476 h 1525042"/>
                <a:gd name="connsiteX13" fmla="*/ 5426824 w 8393514"/>
                <a:gd name="connsiteY13" fmla="*/ 956633 h 1525042"/>
                <a:gd name="connsiteX14" fmla="*/ 5037572 w 8393514"/>
                <a:gd name="connsiteY14" fmla="*/ 1347270 h 1525042"/>
                <a:gd name="connsiteX15" fmla="*/ 4680181 w 8393514"/>
                <a:gd name="connsiteY15" fmla="*/ 1525042 h 1525042"/>
                <a:gd name="connsiteX16" fmla="*/ 4637239 w 8393514"/>
                <a:gd name="connsiteY16" fmla="*/ 1520886 h 1525042"/>
                <a:gd name="connsiteX17" fmla="*/ 4405443 w 8393514"/>
                <a:gd name="connsiteY17" fmla="*/ 1177348 h 1525042"/>
                <a:gd name="connsiteX18" fmla="*/ 4179650 w 8393514"/>
                <a:gd name="connsiteY18" fmla="*/ 767779 h 1525042"/>
                <a:gd name="connsiteX19" fmla="*/ 3311567 w 8393514"/>
                <a:gd name="connsiteY19" fmla="*/ 772859 h 1525042"/>
                <a:gd name="connsiteX20" fmla="*/ 2360834 w 8393514"/>
                <a:gd name="connsiteY20" fmla="*/ 1000037 h 1525042"/>
                <a:gd name="connsiteX21" fmla="*/ 2342497 w 8393514"/>
                <a:gd name="connsiteY21" fmla="*/ 997809 h 1525042"/>
                <a:gd name="connsiteX22" fmla="*/ 2126238 w 8393514"/>
                <a:gd name="connsiteY22" fmla="*/ 1045907 h 1525042"/>
                <a:gd name="connsiteX23" fmla="*/ 1317343 w 8393514"/>
                <a:gd name="connsiteY23" fmla="*/ 1119040 h 1525042"/>
                <a:gd name="connsiteX24" fmla="*/ 1009685 w 8393514"/>
                <a:gd name="connsiteY24" fmla="*/ 1107610 h 1525042"/>
                <a:gd name="connsiteX25" fmla="*/ 90523 w 8393514"/>
                <a:gd name="connsiteY25" fmla="*/ 747565 h 1525042"/>
                <a:gd name="connsiteX26" fmla="*/ 22895 w 8393514"/>
                <a:gd name="connsiteY26" fmla="*/ 286555 h 1525042"/>
                <a:gd name="connsiteX27" fmla="*/ 33026 w 8393514"/>
                <a:gd name="connsiteY27" fmla="*/ 262655 h 1525042"/>
                <a:gd name="connsiteX28" fmla="*/ 94142 w 8393514"/>
                <a:gd name="connsiteY28" fmla="*/ 262655 h 1525042"/>
                <a:gd name="connsiteX29" fmla="*/ 76235 w 8393514"/>
                <a:gd name="connsiteY29" fmla="*/ 304653 h 1525042"/>
                <a:gd name="connsiteX30" fmla="*/ 140053 w 8393514"/>
                <a:gd name="connsiteY30" fmla="*/ 720895 h 1525042"/>
                <a:gd name="connsiteX31" fmla="*/ 2361283 w 8393514"/>
                <a:gd name="connsiteY31" fmla="*/ 935208 h 1525042"/>
                <a:gd name="connsiteX32" fmla="*/ 2361890 w 8393514"/>
                <a:gd name="connsiteY32" fmla="*/ 937553 h 1525042"/>
                <a:gd name="connsiteX33" fmla="*/ 2418393 w 8393514"/>
                <a:gd name="connsiteY33" fmla="*/ 921911 h 1525042"/>
                <a:gd name="connsiteX34" fmla="*/ 3300486 w 8393514"/>
                <a:gd name="connsiteY34" fmla="*/ 713756 h 1525042"/>
                <a:gd name="connsiteX35" fmla="*/ 4213357 w 8393514"/>
                <a:gd name="connsiteY35" fmla="*/ 717911 h 1525042"/>
                <a:gd name="connsiteX36" fmla="*/ 4462699 w 8393514"/>
                <a:gd name="connsiteY36" fmla="*/ 1159801 h 1525042"/>
                <a:gd name="connsiteX37" fmla="*/ 4648321 w 8393514"/>
                <a:gd name="connsiteY37" fmla="*/ 1461782 h 1525042"/>
                <a:gd name="connsiteX38" fmla="*/ 5382034 w 8393514"/>
                <a:gd name="connsiteY38" fmla="*/ 916000 h 1525042"/>
                <a:gd name="connsiteX39" fmla="*/ 5554727 w 8393514"/>
                <a:gd name="connsiteY39" fmla="*/ 733610 h 1525042"/>
                <a:gd name="connsiteX40" fmla="*/ 5681246 w 8393514"/>
                <a:gd name="connsiteY40" fmla="*/ 604322 h 1525042"/>
                <a:gd name="connsiteX41" fmla="*/ 6613510 w 8393514"/>
                <a:gd name="connsiteY41" fmla="*/ 4976 h 1525042"/>
                <a:gd name="connsiteX0" fmla="*/ 6613510 w 8393514"/>
                <a:gd name="connsiteY0" fmla="*/ 4976 h 1525042"/>
                <a:gd name="connsiteX1" fmla="*/ 6625977 w 8393514"/>
                <a:gd name="connsiteY1" fmla="*/ 4976 h 1525042"/>
                <a:gd name="connsiteX2" fmla="*/ 6944892 w 8393514"/>
                <a:gd name="connsiteY2" fmla="*/ 179872 h 1525042"/>
                <a:gd name="connsiteX3" fmla="*/ 7062175 w 8393514"/>
                <a:gd name="connsiteY3" fmla="*/ 580270 h 1525042"/>
                <a:gd name="connsiteX4" fmla="*/ 7221629 w 8393514"/>
                <a:gd name="connsiteY4" fmla="*/ 904456 h 1525042"/>
                <a:gd name="connsiteX5" fmla="*/ 8348876 w 8393514"/>
                <a:gd name="connsiteY5" fmla="*/ 670798 h 1525042"/>
                <a:gd name="connsiteX6" fmla="*/ 8393514 w 8393514"/>
                <a:gd name="connsiteY6" fmla="*/ 719388 h 1525042"/>
                <a:gd name="connsiteX7" fmla="*/ 7211471 w 8393514"/>
                <a:gd name="connsiteY7" fmla="*/ 964021 h 1525042"/>
                <a:gd name="connsiteX8" fmla="*/ 7023079 w 8393514"/>
                <a:gd name="connsiteY8" fmla="*/ 604783 h 1525042"/>
                <a:gd name="connsiteX9" fmla="*/ 6625054 w 8393514"/>
                <a:gd name="connsiteY9" fmla="*/ 65465 h 1525042"/>
                <a:gd name="connsiteX10" fmla="*/ 6613972 w 8393514"/>
                <a:gd name="connsiteY10" fmla="*/ 65465 h 1525042"/>
                <a:gd name="connsiteX11" fmla="*/ 5725111 w 8393514"/>
                <a:gd name="connsiteY11" fmla="*/ 645879 h 1525042"/>
                <a:gd name="connsiteX12" fmla="*/ 5596746 w 8393514"/>
                <a:gd name="connsiteY12" fmla="*/ 777476 h 1525042"/>
                <a:gd name="connsiteX13" fmla="*/ 5426824 w 8393514"/>
                <a:gd name="connsiteY13" fmla="*/ 956633 h 1525042"/>
                <a:gd name="connsiteX14" fmla="*/ 5037572 w 8393514"/>
                <a:gd name="connsiteY14" fmla="*/ 1347270 h 1525042"/>
                <a:gd name="connsiteX15" fmla="*/ 4680181 w 8393514"/>
                <a:gd name="connsiteY15" fmla="*/ 1525042 h 1525042"/>
                <a:gd name="connsiteX16" fmla="*/ 4637239 w 8393514"/>
                <a:gd name="connsiteY16" fmla="*/ 1520886 h 1525042"/>
                <a:gd name="connsiteX17" fmla="*/ 4405443 w 8393514"/>
                <a:gd name="connsiteY17" fmla="*/ 1177348 h 1525042"/>
                <a:gd name="connsiteX18" fmla="*/ 4179650 w 8393514"/>
                <a:gd name="connsiteY18" fmla="*/ 767779 h 1525042"/>
                <a:gd name="connsiteX19" fmla="*/ 3311567 w 8393514"/>
                <a:gd name="connsiteY19" fmla="*/ 772859 h 1525042"/>
                <a:gd name="connsiteX20" fmla="*/ 2360834 w 8393514"/>
                <a:gd name="connsiteY20" fmla="*/ 1000037 h 1525042"/>
                <a:gd name="connsiteX21" fmla="*/ 2342497 w 8393514"/>
                <a:gd name="connsiteY21" fmla="*/ 997809 h 1525042"/>
                <a:gd name="connsiteX22" fmla="*/ 2126238 w 8393514"/>
                <a:gd name="connsiteY22" fmla="*/ 1045907 h 1525042"/>
                <a:gd name="connsiteX23" fmla="*/ 1317343 w 8393514"/>
                <a:gd name="connsiteY23" fmla="*/ 1119040 h 1525042"/>
                <a:gd name="connsiteX24" fmla="*/ 1009685 w 8393514"/>
                <a:gd name="connsiteY24" fmla="*/ 1107610 h 1525042"/>
                <a:gd name="connsiteX25" fmla="*/ 90523 w 8393514"/>
                <a:gd name="connsiteY25" fmla="*/ 747565 h 1525042"/>
                <a:gd name="connsiteX26" fmla="*/ 22895 w 8393514"/>
                <a:gd name="connsiteY26" fmla="*/ 286555 h 1525042"/>
                <a:gd name="connsiteX27" fmla="*/ 33026 w 8393514"/>
                <a:gd name="connsiteY27" fmla="*/ 262655 h 1525042"/>
                <a:gd name="connsiteX28" fmla="*/ 94142 w 8393514"/>
                <a:gd name="connsiteY28" fmla="*/ 262655 h 1525042"/>
                <a:gd name="connsiteX29" fmla="*/ 76235 w 8393514"/>
                <a:gd name="connsiteY29" fmla="*/ 304653 h 1525042"/>
                <a:gd name="connsiteX30" fmla="*/ 140053 w 8393514"/>
                <a:gd name="connsiteY30" fmla="*/ 720895 h 1525042"/>
                <a:gd name="connsiteX31" fmla="*/ 2361283 w 8393514"/>
                <a:gd name="connsiteY31" fmla="*/ 935208 h 1525042"/>
                <a:gd name="connsiteX32" fmla="*/ 2361890 w 8393514"/>
                <a:gd name="connsiteY32" fmla="*/ 937553 h 1525042"/>
                <a:gd name="connsiteX33" fmla="*/ 2418393 w 8393514"/>
                <a:gd name="connsiteY33" fmla="*/ 921911 h 1525042"/>
                <a:gd name="connsiteX34" fmla="*/ 3300486 w 8393514"/>
                <a:gd name="connsiteY34" fmla="*/ 713756 h 1525042"/>
                <a:gd name="connsiteX35" fmla="*/ 4213357 w 8393514"/>
                <a:gd name="connsiteY35" fmla="*/ 717911 h 1525042"/>
                <a:gd name="connsiteX36" fmla="*/ 4462699 w 8393514"/>
                <a:gd name="connsiteY36" fmla="*/ 1159801 h 1525042"/>
                <a:gd name="connsiteX37" fmla="*/ 4648321 w 8393514"/>
                <a:gd name="connsiteY37" fmla="*/ 1461782 h 1525042"/>
                <a:gd name="connsiteX38" fmla="*/ 5382034 w 8393514"/>
                <a:gd name="connsiteY38" fmla="*/ 916000 h 1525042"/>
                <a:gd name="connsiteX39" fmla="*/ 5554727 w 8393514"/>
                <a:gd name="connsiteY39" fmla="*/ 733610 h 1525042"/>
                <a:gd name="connsiteX40" fmla="*/ 5681246 w 8393514"/>
                <a:gd name="connsiteY40" fmla="*/ 604322 h 1525042"/>
                <a:gd name="connsiteX41" fmla="*/ 6613510 w 8393514"/>
                <a:gd name="connsiteY41" fmla="*/ 4976 h 1525042"/>
                <a:gd name="connsiteX0" fmla="*/ 6613510 w 8393514"/>
                <a:gd name="connsiteY0" fmla="*/ 533 h 1520599"/>
                <a:gd name="connsiteX1" fmla="*/ 6625977 w 8393514"/>
                <a:gd name="connsiteY1" fmla="*/ 533 h 1520599"/>
                <a:gd name="connsiteX2" fmla="*/ 6944892 w 8393514"/>
                <a:gd name="connsiteY2" fmla="*/ 175429 h 1520599"/>
                <a:gd name="connsiteX3" fmla="*/ 7062175 w 8393514"/>
                <a:gd name="connsiteY3" fmla="*/ 575827 h 1520599"/>
                <a:gd name="connsiteX4" fmla="*/ 7221629 w 8393514"/>
                <a:gd name="connsiteY4" fmla="*/ 900013 h 1520599"/>
                <a:gd name="connsiteX5" fmla="*/ 8348876 w 8393514"/>
                <a:gd name="connsiteY5" fmla="*/ 666355 h 1520599"/>
                <a:gd name="connsiteX6" fmla="*/ 8393514 w 8393514"/>
                <a:gd name="connsiteY6" fmla="*/ 714945 h 1520599"/>
                <a:gd name="connsiteX7" fmla="*/ 7211471 w 8393514"/>
                <a:gd name="connsiteY7" fmla="*/ 959578 h 1520599"/>
                <a:gd name="connsiteX8" fmla="*/ 7023079 w 8393514"/>
                <a:gd name="connsiteY8" fmla="*/ 600340 h 1520599"/>
                <a:gd name="connsiteX9" fmla="*/ 6625054 w 8393514"/>
                <a:gd name="connsiteY9" fmla="*/ 61022 h 1520599"/>
                <a:gd name="connsiteX10" fmla="*/ 6613972 w 8393514"/>
                <a:gd name="connsiteY10" fmla="*/ 61022 h 1520599"/>
                <a:gd name="connsiteX11" fmla="*/ 5725111 w 8393514"/>
                <a:gd name="connsiteY11" fmla="*/ 641436 h 1520599"/>
                <a:gd name="connsiteX12" fmla="*/ 5596746 w 8393514"/>
                <a:gd name="connsiteY12" fmla="*/ 773033 h 1520599"/>
                <a:gd name="connsiteX13" fmla="*/ 5426824 w 8393514"/>
                <a:gd name="connsiteY13" fmla="*/ 952190 h 1520599"/>
                <a:gd name="connsiteX14" fmla="*/ 5037572 w 8393514"/>
                <a:gd name="connsiteY14" fmla="*/ 1342827 h 1520599"/>
                <a:gd name="connsiteX15" fmla="*/ 4680181 w 8393514"/>
                <a:gd name="connsiteY15" fmla="*/ 1520599 h 1520599"/>
                <a:gd name="connsiteX16" fmla="*/ 4637239 w 8393514"/>
                <a:gd name="connsiteY16" fmla="*/ 1516443 h 1520599"/>
                <a:gd name="connsiteX17" fmla="*/ 4405443 w 8393514"/>
                <a:gd name="connsiteY17" fmla="*/ 1172905 h 1520599"/>
                <a:gd name="connsiteX18" fmla="*/ 4179650 w 8393514"/>
                <a:gd name="connsiteY18" fmla="*/ 763336 h 1520599"/>
                <a:gd name="connsiteX19" fmla="*/ 3311567 w 8393514"/>
                <a:gd name="connsiteY19" fmla="*/ 768416 h 1520599"/>
                <a:gd name="connsiteX20" fmla="*/ 2360834 w 8393514"/>
                <a:gd name="connsiteY20" fmla="*/ 995594 h 1520599"/>
                <a:gd name="connsiteX21" fmla="*/ 2342497 w 8393514"/>
                <a:gd name="connsiteY21" fmla="*/ 993366 h 1520599"/>
                <a:gd name="connsiteX22" fmla="*/ 2126238 w 8393514"/>
                <a:gd name="connsiteY22" fmla="*/ 1041464 h 1520599"/>
                <a:gd name="connsiteX23" fmla="*/ 1317343 w 8393514"/>
                <a:gd name="connsiteY23" fmla="*/ 1114597 h 1520599"/>
                <a:gd name="connsiteX24" fmla="*/ 1009685 w 8393514"/>
                <a:gd name="connsiteY24" fmla="*/ 1103167 h 1520599"/>
                <a:gd name="connsiteX25" fmla="*/ 90523 w 8393514"/>
                <a:gd name="connsiteY25" fmla="*/ 743122 h 1520599"/>
                <a:gd name="connsiteX26" fmla="*/ 22895 w 8393514"/>
                <a:gd name="connsiteY26" fmla="*/ 282112 h 1520599"/>
                <a:gd name="connsiteX27" fmla="*/ 33026 w 8393514"/>
                <a:gd name="connsiteY27" fmla="*/ 258212 h 1520599"/>
                <a:gd name="connsiteX28" fmla="*/ 94142 w 8393514"/>
                <a:gd name="connsiteY28" fmla="*/ 258212 h 1520599"/>
                <a:gd name="connsiteX29" fmla="*/ 76235 w 8393514"/>
                <a:gd name="connsiteY29" fmla="*/ 300210 h 1520599"/>
                <a:gd name="connsiteX30" fmla="*/ 140053 w 8393514"/>
                <a:gd name="connsiteY30" fmla="*/ 716452 h 1520599"/>
                <a:gd name="connsiteX31" fmla="*/ 2361283 w 8393514"/>
                <a:gd name="connsiteY31" fmla="*/ 930765 h 1520599"/>
                <a:gd name="connsiteX32" fmla="*/ 2361890 w 8393514"/>
                <a:gd name="connsiteY32" fmla="*/ 933110 h 1520599"/>
                <a:gd name="connsiteX33" fmla="*/ 2418393 w 8393514"/>
                <a:gd name="connsiteY33" fmla="*/ 917468 h 1520599"/>
                <a:gd name="connsiteX34" fmla="*/ 3300486 w 8393514"/>
                <a:gd name="connsiteY34" fmla="*/ 709313 h 1520599"/>
                <a:gd name="connsiteX35" fmla="*/ 4213357 w 8393514"/>
                <a:gd name="connsiteY35" fmla="*/ 713468 h 1520599"/>
                <a:gd name="connsiteX36" fmla="*/ 4462699 w 8393514"/>
                <a:gd name="connsiteY36" fmla="*/ 1155358 h 1520599"/>
                <a:gd name="connsiteX37" fmla="*/ 4648321 w 8393514"/>
                <a:gd name="connsiteY37" fmla="*/ 1457339 h 1520599"/>
                <a:gd name="connsiteX38" fmla="*/ 5382034 w 8393514"/>
                <a:gd name="connsiteY38" fmla="*/ 911557 h 1520599"/>
                <a:gd name="connsiteX39" fmla="*/ 5554727 w 8393514"/>
                <a:gd name="connsiteY39" fmla="*/ 729167 h 1520599"/>
                <a:gd name="connsiteX40" fmla="*/ 5681246 w 8393514"/>
                <a:gd name="connsiteY40" fmla="*/ 599879 h 1520599"/>
                <a:gd name="connsiteX41" fmla="*/ 6613510 w 8393514"/>
                <a:gd name="connsiteY41" fmla="*/ 533 h 1520599"/>
                <a:gd name="connsiteX0" fmla="*/ 6613510 w 8393514"/>
                <a:gd name="connsiteY0" fmla="*/ 11170 h 1531236"/>
                <a:gd name="connsiteX1" fmla="*/ 6625977 w 8393514"/>
                <a:gd name="connsiteY1" fmla="*/ 11170 h 1531236"/>
                <a:gd name="connsiteX2" fmla="*/ 6925347 w 8393514"/>
                <a:gd name="connsiteY2" fmla="*/ 161971 h 1531236"/>
                <a:gd name="connsiteX3" fmla="*/ 7062175 w 8393514"/>
                <a:gd name="connsiteY3" fmla="*/ 586464 h 1531236"/>
                <a:gd name="connsiteX4" fmla="*/ 7221629 w 8393514"/>
                <a:gd name="connsiteY4" fmla="*/ 910650 h 1531236"/>
                <a:gd name="connsiteX5" fmla="*/ 8348876 w 8393514"/>
                <a:gd name="connsiteY5" fmla="*/ 676992 h 1531236"/>
                <a:gd name="connsiteX6" fmla="*/ 8393514 w 8393514"/>
                <a:gd name="connsiteY6" fmla="*/ 725582 h 1531236"/>
                <a:gd name="connsiteX7" fmla="*/ 7211471 w 8393514"/>
                <a:gd name="connsiteY7" fmla="*/ 970215 h 1531236"/>
                <a:gd name="connsiteX8" fmla="*/ 7023079 w 8393514"/>
                <a:gd name="connsiteY8" fmla="*/ 610977 h 1531236"/>
                <a:gd name="connsiteX9" fmla="*/ 6625054 w 8393514"/>
                <a:gd name="connsiteY9" fmla="*/ 71659 h 1531236"/>
                <a:gd name="connsiteX10" fmla="*/ 6613972 w 8393514"/>
                <a:gd name="connsiteY10" fmla="*/ 71659 h 1531236"/>
                <a:gd name="connsiteX11" fmla="*/ 5725111 w 8393514"/>
                <a:gd name="connsiteY11" fmla="*/ 652073 h 1531236"/>
                <a:gd name="connsiteX12" fmla="*/ 5596746 w 8393514"/>
                <a:gd name="connsiteY12" fmla="*/ 783670 h 1531236"/>
                <a:gd name="connsiteX13" fmla="*/ 5426824 w 8393514"/>
                <a:gd name="connsiteY13" fmla="*/ 962827 h 1531236"/>
                <a:gd name="connsiteX14" fmla="*/ 5037572 w 8393514"/>
                <a:gd name="connsiteY14" fmla="*/ 1353464 h 1531236"/>
                <a:gd name="connsiteX15" fmla="*/ 4680181 w 8393514"/>
                <a:gd name="connsiteY15" fmla="*/ 1531236 h 1531236"/>
                <a:gd name="connsiteX16" fmla="*/ 4637239 w 8393514"/>
                <a:gd name="connsiteY16" fmla="*/ 1527080 h 1531236"/>
                <a:gd name="connsiteX17" fmla="*/ 4405443 w 8393514"/>
                <a:gd name="connsiteY17" fmla="*/ 1183542 h 1531236"/>
                <a:gd name="connsiteX18" fmla="*/ 4179650 w 8393514"/>
                <a:gd name="connsiteY18" fmla="*/ 773973 h 1531236"/>
                <a:gd name="connsiteX19" fmla="*/ 3311567 w 8393514"/>
                <a:gd name="connsiteY19" fmla="*/ 779053 h 1531236"/>
                <a:gd name="connsiteX20" fmla="*/ 2360834 w 8393514"/>
                <a:gd name="connsiteY20" fmla="*/ 1006231 h 1531236"/>
                <a:gd name="connsiteX21" fmla="*/ 2342497 w 8393514"/>
                <a:gd name="connsiteY21" fmla="*/ 1004003 h 1531236"/>
                <a:gd name="connsiteX22" fmla="*/ 2126238 w 8393514"/>
                <a:gd name="connsiteY22" fmla="*/ 1052101 h 1531236"/>
                <a:gd name="connsiteX23" fmla="*/ 1317343 w 8393514"/>
                <a:gd name="connsiteY23" fmla="*/ 1125234 h 1531236"/>
                <a:gd name="connsiteX24" fmla="*/ 1009685 w 8393514"/>
                <a:gd name="connsiteY24" fmla="*/ 1113804 h 1531236"/>
                <a:gd name="connsiteX25" fmla="*/ 90523 w 8393514"/>
                <a:gd name="connsiteY25" fmla="*/ 753759 h 1531236"/>
                <a:gd name="connsiteX26" fmla="*/ 22895 w 8393514"/>
                <a:gd name="connsiteY26" fmla="*/ 292749 h 1531236"/>
                <a:gd name="connsiteX27" fmla="*/ 33026 w 8393514"/>
                <a:gd name="connsiteY27" fmla="*/ 268849 h 1531236"/>
                <a:gd name="connsiteX28" fmla="*/ 94142 w 8393514"/>
                <a:gd name="connsiteY28" fmla="*/ 268849 h 1531236"/>
                <a:gd name="connsiteX29" fmla="*/ 76235 w 8393514"/>
                <a:gd name="connsiteY29" fmla="*/ 310847 h 1531236"/>
                <a:gd name="connsiteX30" fmla="*/ 140053 w 8393514"/>
                <a:gd name="connsiteY30" fmla="*/ 727089 h 1531236"/>
                <a:gd name="connsiteX31" fmla="*/ 2361283 w 8393514"/>
                <a:gd name="connsiteY31" fmla="*/ 941402 h 1531236"/>
                <a:gd name="connsiteX32" fmla="*/ 2361890 w 8393514"/>
                <a:gd name="connsiteY32" fmla="*/ 943747 h 1531236"/>
                <a:gd name="connsiteX33" fmla="*/ 2418393 w 8393514"/>
                <a:gd name="connsiteY33" fmla="*/ 928105 h 1531236"/>
                <a:gd name="connsiteX34" fmla="*/ 3300486 w 8393514"/>
                <a:gd name="connsiteY34" fmla="*/ 719950 h 1531236"/>
                <a:gd name="connsiteX35" fmla="*/ 4213357 w 8393514"/>
                <a:gd name="connsiteY35" fmla="*/ 724105 h 1531236"/>
                <a:gd name="connsiteX36" fmla="*/ 4462699 w 8393514"/>
                <a:gd name="connsiteY36" fmla="*/ 1165995 h 1531236"/>
                <a:gd name="connsiteX37" fmla="*/ 4648321 w 8393514"/>
                <a:gd name="connsiteY37" fmla="*/ 1467976 h 1531236"/>
                <a:gd name="connsiteX38" fmla="*/ 5382034 w 8393514"/>
                <a:gd name="connsiteY38" fmla="*/ 922194 h 1531236"/>
                <a:gd name="connsiteX39" fmla="*/ 5554727 w 8393514"/>
                <a:gd name="connsiteY39" fmla="*/ 739804 h 1531236"/>
                <a:gd name="connsiteX40" fmla="*/ 5681246 w 8393514"/>
                <a:gd name="connsiteY40" fmla="*/ 610516 h 1531236"/>
                <a:gd name="connsiteX41" fmla="*/ 6613510 w 8393514"/>
                <a:gd name="connsiteY41" fmla="*/ 11170 h 1531236"/>
                <a:gd name="connsiteX0" fmla="*/ 6613510 w 8393514"/>
                <a:gd name="connsiteY0" fmla="*/ 42615 h 1562681"/>
                <a:gd name="connsiteX1" fmla="*/ 6625977 w 8393514"/>
                <a:gd name="connsiteY1" fmla="*/ 42615 h 1562681"/>
                <a:gd name="connsiteX2" fmla="*/ 7062175 w 8393514"/>
                <a:gd name="connsiteY2" fmla="*/ 617909 h 1562681"/>
                <a:gd name="connsiteX3" fmla="*/ 7221629 w 8393514"/>
                <a:gd name="connsiteY3" fmla="*/ 942095 h 1562681"/>
                <a:gd name="connsiteX4" fmla="*/ 8348876 w 8393514"/>
                <a:gd name="connsiteY4" fmla="*/ 708437 h 1562681"/>
                <a:gd name="connsiteX5" fmla="*/ 8393514 w 8393514"/>
                <a:gd name="connsiteY5" fmla="*/ 757027 h 1562681"/>
                <a:gd name="connsiteX6" fmla="*/ 7211471 w 8393514"/>
                <a:gd name="connsiteY6" fmla="*/ 1001660 h 1562681"/>
                <a:gd name="connsiteX7" fmla="*/ 7023079 w 8393514"/>
                <a:gd name="connsiteY7" fmla="*/ 642422 h 1562681"/>
                <a:gd name="connsiteX8" fmla="*/ 6625054 w 8393514"/>
                <a:gd name="connsiteY8" fmla="*/ 103104 h 1562681"/>
                <a:gd name="connsiteX9" fmla="*/ 6613972 w 8393514"/>
                <a:gd name="connsiteY9" fmla="*/ 103104 h 1562681"/>
                <a:gd name="connsiteX10" fmla="*/ 5725111 w 8393514"/>
                <a:gd name="connsiteY10" fmla="*/ 683518 h 1562681"/>
                <a:gd name="connsiteX11" fmla="*/ 5596746 w 8393514"/>
                <a:gd name="connsiteY11" fmla="*/ 815115 h 1562681"/>
                <a:gd name="connsiteX12" fmla="*/ 5426824 w 8393514"/>
                <a:gd name="connsiteY12" fmla="*/ 994272 h 1562681"/>
                <a:gd name="connsiteX13" fmla="*/ 5037572 w 8393514"/>
                <a:gd name="connsiteY13" fmla="*/ 1384909 h 1562681"/>
                <a:gd name="connsiteX14" fmla="*/ 4680181 w 8393514"/>
                <a:gd name="connsiteY14" fmla="*/ 1562681 h 1562681"/>
                <a:gd name="connsiteX15" fmla="*/ 4637239 w 8393514"/>
                <a:gd name="connsiteY15" fmla="*/ 1558525 h 1562681"/>
                <a:gd name="connsiteX16" fmla="*/ 4405443 w 8393514"/>
                <a:gd name="connsiteY16" fmla="*/ 1214987 h 1562681"/>
                <a:gd name="connsiteX17" fmla="*/ 4179650 w 8393514"/>
                <a:gd name="connsiteY17" fmla="*/ 805418 h 1562681"/>
                <a:gd name="connsiteX18" fmla="*/ 3311567 w 8393514"/>
                <a:gd name="connsiteY18" fmla="*/ 810498 h 1562681"/>
                <a:gd name="connsiteX19" fmla="*/ 2360834 w 8393514"/>
                <a:gd name="connsiteY19" fmla="*/ 1037676 h 1562681"/>
                <a:gd name="connsiteX20" fmla="*/ 2342497 w 8393514"/>
                <a:gd name="connsiteY20" fmla="*/ 1035448 h 1562681"/>
                <a:gd name="connsiteX21" fmla="*/ 2126238 w 8393514"/>
                <a:gd name="connsiteY21" fmla="*/ 1083546 h 1562681"/>
                <a:gd name="connsiteX22" fmla="*/ 1317343 w 8393514"/>
                <a:gd name="connsiteY22" fmla="*/ 1156679 h 1562681"/>
                <a:gd name="connsiteX23" fmla="*/ 1009685 w 8393514"/>
                <a:gd name="connsiteY23" fmla="*/ 1145249 h 1562681"/>
                <a:gd name="connsiteX24" fmla="*/ 90523 w 8393514"/>
                <a:gd name="connsiteY24" fmla="*/ 785204 h 1562681"/>
                <a:gd name="connsiteX25" fmla="*/ 22895 w 8393514"/>
                <a:gd name="connsiteY25" fmla="*/ 324194 h 1562681"/>
                <a:gd name="connsiteX26" fmla="*/ 33026 w 8393514"/>
                <a:gd name="connsiteY26" fmla="*/ 300294 h 1562681"/>
                <a:gd name="connsiteX27" fmla="*/ 94142 w 8393514"/>
                <a:gd name="connsiteY27" fmla="*/ 300294 h 1562681"/>
                <a:gd name="connsiteX28" fmla="*/ 76235 w 8393514"/>
                <a:gd name="connsiteY28" fmla="*/ 342292 h 1562681"/>
                <a:gd name="connsiteX29" fmla="*/ 140053 w 8393514"/>
                <a:gd name="connsiteY29" fmla="*/ 758534 h 1562681"/>
                <a:gd name="connsiteX30" fmla="*/ 2361283 w 8393514"/>
                <a:gd name="connsiteY30" fmla="*/ 972847 h 1562681"/>
                <a:gd name="connsiteX31" fmla="*/ 2361890 w 8393514"/>
                <a:gd name="connsiteY31" fmla="*/ 975192 h 1562681"/>
                <a:gd name="connsiteX32" fmla="*/ 2418393 w 8393514"/>
                <a:gd name="connsiteY32" fmla="*/ 959550 h 1562681"/>
                <a:gd name="connsiteX33" fmla="*/ 3300486 w 8393514"/>
                <a:gd name="connsiteY33" fmla="*/ 751395 h 1562681"/>
                <a:gd name="connsiteX34" fmla="*/ 4213357 w 8393514"/>
                <a:gd name="connsiteY34" fmla="*/ 755550 h 1562681"/>
                <a:gd name="connsiteX35" fmla="*/ 4462699 w 8393514"/>
                <a:gd name="connsiteY35" fmla="*/ 1197440 h 1562681"/>
                <a:gd name="connsiteX36" fmla="*/ 4648321 w 8393514"/>
                <a:gd name="connsiteY36" fmla="*/ 1499421 h 1562681"/>
                <a:gd name="connsiteX37" fmla="*/ 5382034 w 8393514"/>
                <a:gd name="connsiteY37" fmla="*/ 953639 h 1562681"/>
                <a:gd name="connsiteX38" fmla="*/ 5554727 w 8393514"/>
                <a:gd name="connsiteY38" fmla="*/ 771249 h 1562681"/>
                <a:gd name="connsiteX39" fmla="*/ 5681246 w 8393514"/>
                <a:gd name="connsiteY39" fmla="*/ 641961 h 1562681"/>
                <a:gd name="connsiteX40" fmla="*/ 6613510 w 8393514"/>
                <a:gd name="connsiteY40" fmla="*/ 42615 h 1562681"/>
                <a:gd name="connsiteX0" fmla="*/ 6613510 w 8393514"/>
                <a:gd name="connsiteY0" fmla="*/ 42615 h 1562681"/>
                <a:gd name="connsiteX1" fmla="*/ 6625977 w 8393514"/>
                <a:gd name="connsiteY1" fmla="*/ 42615 h 1562681"/>
                <a:gd name="connsiteX2" fmla="*/ 7062175 w 8393514"/>
                <a:gd name="connsiteY2" fmla="*/ 617909 h 1562681"/>
                <a:gd name="connsiteX3" fmla="*/ 7221629 w 8393514"/>
                <a:gd name="connsiteY3" fmla="*/ 942095 h 1562681"/>
                <a:gd name="connsiteX4" fmla="*/ 8348876 w 8393514"/>
                <a:gd name="connsiteY4" fmla="*/ 708437 h 1562681"/>
                <a:gd name="connsiteX5" fmla="*/ 8393514 w 8393514"/>
                <a:gd name="connsiteY5" fmla="*/ 757027 h 1562681"/>
                <a:gd name="connsiteX6" fmla="*/ 7211471 w 8393514"/>
                <a:gd name="connsiteY6" fmla="*/ 1001660 h 1562681"/>
                <a:gd name="connsiteX7" fmla="*/ 7023079 w 8393514"/>
                <a:gd name="connsiteY7" fmla="*/ 642422 h 1562681"/>
                <a:gd name="connsiteX8" fmla="*/ 6625054 w 8393514"/>
                <a:gd name="connsiteY8" fmla="*/ 103104 h 1562681"/>
                <a:gd name="connsiteX9" fmla="*/ 6613972 w 8393514"/>
                <a:gd name="connsiteY9" fmla="*/ 103104 h 1562681"/>
                <a:gd name="connsiteX10" fmla="*/ 5725111 w 8393514"/>
                <a:gd name="connsiteY10" fmla="*/ 683518 h 1562681"/>
                <a:gd name="connsiteX11" fmla="*/ 5596746 w 8393514"/>
                <a:gd name="connsiteY11" fmla="*/ 815115 h 1562681"/>
                <a:gd name="connsiteX12" fmla="*/ 5426824 w 8393514"/>
                <a:gd name="connsiteY12" fmla="*/ 994272 h 1562681"/>
                <a:gd name="connsiteX13" fmla="*/ 5037572 w 8393514"/>
                <a:gd name="connsiteY13" fmla="*/ 1384909 h 1562681"/>
                <a:gd name="connsiteX14" fmla="*/ 4680181 w 8393514"/>
                <a:gd name="connsiteY14" fmla="*/ 1562681 h 1562681"/>
                <a:gd name="connsiteX15" fmla="*/ 4637239 w 8393514"/>
                <a:gd name="connsiteY15" fmla="*/ 1558525 h 1562681"/>
                <a:gd name="connsiteX16" fmla="*/ 4405443 w 8393514"/>
                <a:gd name="connsiteY16" fmla="*/ 1214987 h 1562681"/>
                <a:gd name="connsiteX17" fmla="*/ 4179650 w 8393514"/>
                <a:gd name="connsiteY17" fmla="*/ 805418 h 1562681"/>
                <a:gd name="connsiteX18" fmla="*/ 3311567 w 8393514"/>
                <a:gd name="connsiteY18" fmla="*/ 810498 h 1562681"/>
                <a:gd name="connsiteX19" fmla="*/ 2360834 w 8393514"/>
                <a:gd name="connsiteY19" fmla="*/ 1037676 h 1562681"/>
                <a:gd name="connsiteX20" fmla="*/ 2342497 w 8393514"/>
                <a:gd name="connsiteY20" fmla="*/ 1035448 h 1562681"/>
                <a:gd name="connsiteX21" fmla="*/ 2126238 w 8393514"/>
                <a:gd name="connsiteY21" fmla="*/ 1083546 h 1562681"/>
                <a:gd name="connsiteX22" fmla="*/ 1317343 w 8393514"/>
                <a:gd name="connsiteY22" fmla="*/ 1156679 h 1562681"/>
                <a:gd name="connsiteX23" fmla="*/ 1009685 w 8393514"/>
                <a:gd name="connsiteY23" fmla="*/ 1145249 h 1562681"/>
                <a:gd name="connsiteX24" fmla="*/ 90523 w 8393514"/>
                <a:gd name="connsiteY24" fmla="*/ 785204 h 1562681"/>
                <a:gd name="connsiteX25" fmla="*/ 22895 w 8393514"/>
                <a:gd name="connsiteY25" fmla="*/ 324194 h 1562681"/>
                <a:gd name="connsiteX26" fmla="*/ 33026 w 8393514"/>
                <a:gd name="connsiteY26" fmla="*/ 300294 h 1562681"/>
                <a:gd name="connsiteX27" fmla="*/ 94142 w 8393514"/>
                <a:gd name="connsiteY27" fmla="*/ 300294 h 1562681"/>
                <a:gd name="connsiteX28" fmla="*/ 76235 w 8393514"/>
                <a:gd name="connsiteY28" fmla="*/ 342292 h 1562681"/>
                <a:gd name="connsiteX29" fmla="*/ 140053 w 8393514"/>
                <a:gd name="connsiteY29" fmla="*/ 758534 h 1562681"/>
                <a:gd name="connsiteX30" fmla="*/ 2361283 w 8393514"/>
                <a:gd name="connsiteY30" fmla="*/ 972847 h 1562681"/>
                <a:gd name="connsiteX31" fmla="*/ 2361890 w 8393514"/>
                <a:gd name="connsiteY31" fmla="*/ 975192 h 1562681"/>
                <a:gd name="connsiteX32" fmla="*/ 2418393 w 8393514"/>
                <a:gd name="connsiteY32" fmla="*/ 959550 h 1562681"/>
                <a:gd name="connsiteX33" fmla="*/ 3300486 w 8393514"/>
                <a:gd name="connsiteY33" fmla="*/ 751395 h 1562681"/>
                <a:gd name="connsiteX34" fmla="*/ 4213357 w 8393514"/>
                <a:gd name="connsiteY34" fmla="*/ 755550 h 1562681"/>
                <a:gd name="connsiteX35" fmla="*/ 4462699 w 8393514"/>
                <a:gd name="connsiteY35" fmla="*/ 1197440 h 1562681"/>
                <a:gd name="connsiteX36" fmla="*/ 4648321 w 8393514"/>
                <a:gd name="connsiteY36" fmla="*/ 1499421 h 1562681"/>
                <a:gd name="connsiteX37" fmla="*/ 5382034 w 8393514"/>
                <a:gd name="connsiteY37" fmla="*/ 953639 h 1562681"/>
                <a:gd name="connsiteX38" fmla="*/ 5554727 w 8393514"/>
                <a:gd name="connsiteY38" fmla="*/ 771249 h 1562681"/>
                <a:gd name="connsiteX39" fmla="*/ 5681246 w 8393514"/>
                <a:gd name="connsiteY39" fmla="*/ 641961 h 1562681"/>
                <a:gd name="connsiteX40" fmla="*/ 6613510 w 8393514"/>
                <a:gd name="connsiteY40" fmla="*/ 42615 h 1562681"/>
                <a:gd name="connsiteX0" fmla="*/ 6613510 w 8393514"/>
                <a:gd name="connsiteY0" fmla="*/ 42615 h 1562681"/>
                <a:gd name="connsiteX1" fmla="*/ 6625977 w 8393514"/>
                <a:gd name="connsiteY1" fmla="*/ 42615 h 1562681"/>
                <a:gd name="connsiteX2" fmla="*/ 7062175 w 8393514"/>
                <a:gd name="connsiteY2" fmla="*/ 617909 h 1562681"/>
                <a:gd name="connsiteX3" fmla="*/ 7221629 w 8393514"/>
                <a:gd name="connsiteY3" fmla="*/ 942095 h 1562681"/>
                <a:gd name="connsiteX4" fmla="*/ 8348876 w 8393514"/>
                <a:gd name="connsiteY4" fmla="*/ 708437 h 1562681"/>
                <a:gd name="connsiteX5" fmla="*/ 8393514 w 8393514"/>
                <a:gd name="connsiteY5" fmla="*/ 757027 h 1562681"/>
                <a:gd name="connsiteX6" fmla="*/ 7211471 w 8393514"/>
                <a:gd name="connsiteY6" fmla="*/ 1001660 h 1562681"/>
                <a:gd name="connsiteX7" fmla="*/ 7023079 w 8393514"/>
                <a:gd name="connsiteY7" fmla="*/ 642422 h 1562681"/>
                <a:gd name="connsiteX8" fmla="*/ 6625054 w 8393514"/>
                <a:gd name="connsiteY8" fmla="*/ 103104 h 1562681"/>
                <a:gd name="connsiteX9" fmla="*/ 6613972 w 8393514"/>
                <a:gd name="connsiteY9" fmla="*/ 103104 h 1562681"/>
                <a:gd name="connsiteX10" fmla="*/ 5725111 w 8393514"/>
                <a:gd name="connsiteY10" fmla="*/ 683518 h 1562681"/>
                <a:gd name="connsiteX11" fmla="*/ 5596746 w 8393514"/>
                <a:gd name="connsiteY11" fmla="*/ 815115 h 1562681"/>
                <a:gd name="connsiteX12" fmla="*/ 5426824 w 8393514"/>
                <a:gd name="connsiteY12" fmla="*/ 994272 h 1562681"/>
                <a:gd name="connsiteX13" fmla="*/ 5037572 w 8393514"/>
                <a:gd name="connsiteY13" fmla="*/ 1384909 h 1562681"/>
                <a:gd name="connsiteX14" fmla="*/ 4680181 w 8393514"/>
                <a:gd name="connsiteY14" fmla="*/ 1562681 h 1562681"/>
                <a:gd name="connsiteX15" fmla="*/ 4637239 w 8393514"/>
                <a:gd name="connsiteY15" fmla="*/ 1558525 h 1562681"/>
                <a:gd name="connsiteX16" fmla="*/ 4405443 w 8393514"/>
                <a:gd name="connsiteY16" fmla="*/ 1214987 h 1562681"/>
                <a:gd name="connsiteX17" fmla="*/ 4179650 w 8393514"/>
                <a:gd name="connsiteY17" fmla="*/ 805418 h 1562681"/>
                <a:gd name="connsiteX18" fmla="*/ 3311567 w 8393514"/>
                <a:gd name="connsiteY18" fmla="*/ 810498 h 1562681"/>
                <a:gd name="connsiteX19" fmla="*/ 2360834 w 8393514"/>
                <a:gd name="connsiteY19" fmla="*/ 1037676 h 1562681"/>
                <a:gd name="connsiteX20" fmla="*/ 2342497 w 8393514"/>
                <a:gd name="connsiteY20" fmla="*/ 1035448 h 1562681"/>
                <a:gd name="connsiteX21" fmla="*/ 2126238 w 8393514"/>
                <a:gd name="connsiteY21" fmla="*/ 1083546 h 1562681"/>
                <a:gd name="connsiteX22" fmla="*/ 1317343 w 8393514"/>
                <a:gd name="connsiteY22" fmla="*/ 1156679 h 1562681"/>
                <a:gd name="connsiteX23" fmla="*/ 1009685 w 8393514"/>
                <a:gd name="connsiteY23" fmla="*/ 1145249 h 1562681"/>
                <a:gd name="connsiteX24" fmla="*/ 90523 w 8393514"/>
                <a:gd name="connsiteY24" fmla="*/ 785204 h 1562681"/>
                <a:gd name="connsiteX25" fmla="*/ 22895 w 8393514"/>
                <a:gd name="connsiteY25" fmla="*/ 324194 h 1562681"/>
                <a:gd name="connsiteX26" fmla="*/ 33026 w 8393514"/>
                <a:gd name="connsiteY26" fmla="*/ 300294 h 1562681"/>
                <a:gd name="connsiteX27" fmla="*/ 94142 w 8393514"/>
                <a:gd name="connsiteY27" fmla="*/ 300294 h 1562681"/>
                <a:gd name="connsiteX28" fmla="*/ 76235 w 8393514"/>
                <a:gd name="connsiteY28" fmla="*/ 342292 h 1562681"/>
                <a:gd name="connsiteX29" fmla="*/ 140053 w 8393514"/>
                <a:gd name="connsiteY29" fmla="*/ 758534 h 1562681"/>
                <a:gd name="connsiteX30" fmla="*/ 2361283 w 8393514"/>
                <a:gd name="connsiteY30" fmla="*/ 972847 h 1562681"/>
                <a:gd name="connsiteX31" fmla="*/ 2361890 w 8393514"/>
                <a:gd name="connsiteY31" fmla="*/ 975192 h 1562681"/>
                <a:gd name="connsiteX32" fmla="*/ 2418393 w 8393514"/>
                <a:gd name="connsiteY32" fmla="*/ 959550 h 1562681"/>
                <a:gd name="connsiteX33" fmla="*/ 3300486 w 8393514"/>
                <a:gd name="connsiteY33" fmla="*/ 751395 h 1562681"/>
                <a:gd name="connsiteX34" fmla="*/ 4213357 w 8393514"/>
                <a:gd name="connsiteY34" fmla="*/ 755550 h 1562681"/>
                <a:gd name="connsiteX35" fmla="*/ 4462699 w 8393514"/>
                <a:gd name="connsiteY35" fmla="*/ 1197440 h 1562681"/>
                <a:gd name="connsiteX36" fmla="*/ 4648321 w 8393514"/>
                <a:gd name="connsiteY36" fmla="*/ 1499421 h 1562681"/>
                <a:gd name="connsiteX37" fmla="*/ 5382034 w 8393514"/>
                <a:gd name="connsiteY37" fmla="*/ 953639 h 1562681"/>
                <a:gd name="connsiteX38" fmla="*/ 5554727 w 8393514"/>
                <a:gd name="connsiteY38" fmla="*/ 771249 h 1562681"/>
                <a:gd name="connsiteX39" fmla="*/ 5681246 w 8393514"/>
                <a:gd name="connsiteY39" fmla="*/ 641961 h 1562681"/>
                <a:gd name="connsiteX40" fmla="*/ 6613510 w 8393514"/>
                <a:gd name="connsiteY40" fmla="*/ 42615 h 1562681"/>
                <a:gd name="connsiteX0" fmla="*/ 6613510 w 8393514"/>
                <a:gd name="connsiteY0" fmla="*/ 42615 h 1562681"/>
                <a:gd name="connsiteX1" fmla="*/ 6625977 w 8393514"/>
                <a:gd name="connsiteY1" fmla="*/ 42615 h 1562681"/>
                <a:gd name="connsiteX2" fmla="*/ 7062175 w 8393514"/>
                <a:gd name="connsiteY2" fmla="*/ 617909 h 1562681"/>
                <a:gd name="connsiteX3" fmla="*/ 7221629 w 8393514"/>
                <a:gd name="connsiteY3" fmla="*/ 942095 h 1562681"/>
                <a:gd name="connsiteX4" fmla="*/ 8348876 w 8393514"/>
                <a:gd name="connsiteY4" fmla="*/ 708437 h 1562681"/>
                <a:gd name="connsiteX5" fmla="*/ 8393514 w 8393514"/>
                <a:gd name="connsiteY5" fmla="*/ 757027 h 1562681"/>
                <a:gd name="connsiteX6" fmla="*/ 7211471 w 8393514"/>
                <a:gd name="connsiteY6" fmla="*/ 1001660 h 1562681"/>
                <a:gd name="connsiteX7" fmla="*/ 7023079 w 8393514"/>
                <a:gd name="connsiteY7" fmla="*/ 642422 h 1562681"/>
                <a:gd name="connsiteX8" fmla="*/ 6625054 w 8393514"/>
                <a:gd name="connsiteY8" fmla="*/ 103104 h 1562681"/>
                <a:gd name="connsiteX9" fmla="*/ 6613972 w 8393514"/>
                <a:gd name="connsiteY9" fmla="*/ 103104 h 1562681"/>
                <a:gd name="connsiteX10" fmla="*/ 5725111 w 8393514"/>
                <a:gd name="connsiteY10" fmla="*/ 683518 h 1562681"/>
                <a:gd name="connsiteX11" fmla="*/ 5596746 w 8393514"/>
                <a:gd name="connsiteY11" fmla="*/ 815115 h 1562681"/>
                <a:gd name="connsiteX12" fmla="*/ 5426824 w 8393514"/>
                <a:gd name="connsiteY12" fmla="*/ 994272 h 1562681"/>
                <a:gd name="connsiteX13" fmla="*/ 5037572 w 8393514"/>
                <a:gd name="connsiteY13" fmla="*/ 1384909 h 1562681"/>
                <a:gd name="connsiteX14" fmla="*/ 4680181 w 8393514"/>
                <a:gd name="connsiteY14" fmla="*/ 1562681 h 1562681"/>
                <a:gd name="connsiteX15" fmla="*/ 4637239 w 8393514"/>
                <a:gd name="connsiteY15" fmla="*/ 1558525 h 1562681"/>
                <a:gd name="connsiteX16" fmla="*/ 4405443 w 8393514"/>
                <a:gd name="connsiteY16" fmla="*/ 1214987 h 1562681"/>
                <a:gd name="connsiteX17" fmla="*/ 4179650 w 8393514"/>
                <a:gd name="connsiteY17" fmla="*/ 805418 h 1562681"/>
                <a:gd name="connsiteX18" fmla="*/ 3311567 w 8393514"/>
                <a:gd name="connsiteY18" fmla="*/ 810498 h 1562681"/>
                <a:gd name="connsiteX19" fmla="*/ 2360834 w 8393514"/>
                <a:gd name="connsiteY19" fmla="*/ 1037676 h 1562681"/>
                <a:gd name="connsiteX20" fmla="*/ 2342497 w 8393514"/>
                <a:gd name="connsiteY20" fmla="*/ 1035448 h 1562681"/>
                <a:gd name="connsiteX21" fmla="*/ 2126238 w 8393514"/>
                <a:gd name="connsiteY21" fmla="*/ 1083546 h 1562681"/>
                <a:gd name="connsiteX22" fmla="*/ 1317343 w 8393514"/>
                <a:gd name="connsiteY22" fmla="*/ 1156679 h 1562681"/>
                <a:gd name="connsiteX23" fmla="*/ 1009685 w 8393514"/>
                <a:gd name="connsiteY23" fmla="*/ 1145249 h 1562681"/>
                <a:gd name="connsiteX24" fmla="*/ 90523 w 8393514"/>
                <a:gd name="connsiteY24" fmla="*/ 785204 h 1562681"/>
                <a:gd name="connsiteX25" fmla="*/ 22895 w 8393514"/>
                <a:gd name="connsiteY25" fmla="*/ 324194 h 1562681"/>
                <a:gd name="connsiteX26" fmla="*/ 33026 w 8393514"/>
                <a:gd name="connsiteY26" fmla="*/ 300294 h 1562681"/>
                <a:gd name="connsiteX27" fmla="*/ 94142 w 8393514"/>
                <a:gd name="connsiteY27" fmla="*/ 300294 h 1562681"/>
                <a:gd name="connsiteX28" fmla="*/ 76235 w 8393514"/>
                <a:gd name="connsiteY28" fmla="*/ 342292 h 1562681"/>
                <a:gd name="connsiteX29" fmla="*/ 140053 w 8393514"/>
                <a:gd name="connsiteY29" fmla="*/ 758534 h 1562681"/>
                <a:gd name="connsiteX30" fmla="*/ 2361283 w 8393514"/>
                <a:gd name="connsiteY30" fmla="*/ 972847 h 1562681"/>
                <a:gd name="connsiteX31" fmla="*/ 2361890 w 8393514"/>
                <a:gd name="connsiteY31" fmla="*/ 975192 h 1562681"/>
                <a:gd name="connsiteX32" fmla="*/ 2418393 w 8393514"/>
                <a:gd name="connsiteY32" fmla="*/ 959550 h 1562681"/>
                <a:gd name="connsiteX33" fmla="*/ 3300486 w 8393514"/>
                <a:gd name="connsiteY33" fmla="*/ 751395 h 1562681"/>
                <a:gd name="connsiteX34" fmla="*/ 4213357 w 8393514"/>
                <a:gd name="connsiteY34" fmla="*/ 755550 h 1562681"/>
                <a:gd name="connsiteX35" fmla="*/ 4462699 w 8393514"/>
                <a:gd name="connsiteY35" fmla="*/ 1197440 h 1562681"/>
                <a:gd name="connsiteX36" fmla="*/ 4648321 w 8393514"/>
                <a:gd name="connsiteY36" fmla="*/ 1499421 h 1562681"/>
                <a:gd name="connsiteX37" fmla="*/ 5382034 w 8393514"/>
                <a:gd name="connsiteY37" fmla="*/ 953639 h 1562681"/>
                <a:gd name="connsiteX38" fmla="*/ 5554727 w 8393514"/>
                <a:gd name="connsiteY38" fmla="*/ 771249 h 1562681"/>
                <a:gd name="connsiteX39" fmla="*/ 5681246 w 8393514"/>
                <a:gd name="connsiteY39" fmla="*/ 641961 h 1562681"/>
                <a:gd name="connsiteX40" fmla="*/ 6613510 w 8393514"/>
                <a:gd name="connsiteY40" fmla="*/ 42615 h 1562681"/>
                <a:gd name="connsiteX0" fmla="*/ 6613510 w 8393514"/>
                <a:gd name="connsiteY0" fmla="*/ 42615 h 1562681"/>
                <a:gd name="connsiteX1" fmla="*/ 6625977 w 8393514"/>
                <a:gd name="connsiteY1" fmla="*/ 42615 h 1562681"/>
                <a:gd name="connsiteX2" fmla="*/ 7062175 w 8393514"/>
                <a:gd name="connsiteY2" fmla="*/ 617909 h 1562681"/>
                <a:gd name="connsiteX3" fmla="*/ 7221629 w 8393514"/>
                <a:gd name="connsiteY3" fmla="*/ 942095 h 1562681"/>
                <a:gd name="connsiteX4" fmla="*/ 8348876 w 8393514"/>
                <a:gd name="connsiteY4" fmla="*/ 708437 h 1562681"/>
                <a:gd name="connsiteX5" fmla="*/ 8393514 w 8393514"/>
                <a:gd name="connsiteY5" fmla="*/ 757027 h 1562681"/>
                <a:gd name="connsiteX6" fmla="*/ 7211471 w 8393514"/>
                <a:gd name="connsiteY6" fmla="*/ 1001660 h 1562681"/>
                <a:gd name="connsiteX7" fmla="*/ 7023079 w 8393514"/>
                <a:gd name="connsiteY7" fmla="*/ 642422 h 1562681"/>
                <a:gd name="connsiteX8" fmla="*/ 6625054 w 8393514"/>
                <a:gd name="connsiteY8" fmla="*/ 103104 h 1562681"/>
                <a:gd name="connsiteX9" fmla="*/ 6613972 w 8393514"/>
                <a:gd name="connsiteY9" fmla="*/ 103104 h 1562681"/>
                <a:gd name="connsiteX10" fmla="*/ 5725111 w 8393514"/>
                <a:gd name="connsiteY10" fmla="*/ 683518 h 1562681"/>
                <a:gd name="connsiteX11" fmla="*/ 5596746 w 8393514"/>
                <a:gd name="connsiteY11" fmla="*/ 815115 h 1562681"/>
                <a:gd name="connsiteX12" fmla="*/ 5426824 w 8393514"/>
                <a:gd name="connsiteY12" fmla="*/ 994272 h 1562681"/>
                <a:gd name="connsiteX13" fmla="*/ 5037572 w 8393514"/>
                <a:gd name="connsiteY13" fmla="*/ 1384909 h 1562681"/>
                <a:gd name="connsiteX14" fmla="*/ 4680181 w 8393514"/>
                <a:gd name="connsiteY14" fmla="*/ 1562681 h 1562681"/>
                <a:gd name="connsiteX15" fmla="*/ 4637239 w 8393514"/>
                <a:gd name="connsiteY15" fmla="*/ 1558525 h 1562681"/>
                <a:gd name="connsiteX16" fmla="*/ 4405443 w 8393514"/>
                <a:gd name="connsiteY16" fmla="*/ 1214987 h 1562681"/>
                <a:gd name="connsiteX17" fmla="*/ 4179650 w 8393514"/>
                <a:gd name="connsiteY17" fmla="*/ 805418 h 1562681"/>
                <a:gd name="connsiteX18" fmla="*/ 3311567 w 8393514"/>
                <a:gd name="connsiteY18" fmla="*/ 810498 h 1562681"/>
                <a:gd name="connsiteX19" fmla="*/ 2360834 w 8393514"/>
                <a:gd name="connsiteY19" fmla="*/ 1037676 h 1562681"/>
                <a:gd name="connsiteX20" fmla="*/ 2342497 w 8393514"/>
                <a:gd name="connsiteY20" fmla="*/ 1035448 h 1562681"/>
                <a:gd name="connsiteX21" fmla="*/ 2126238 w 8393514"/>
                <a:gd name="connsiteY21" fmla="*/ 1083546 h 1562681"/>
                <a:gd name="connsiteX22" fmla="*/ 1317343 w 8393514"/>
                <a:gd name="connsiteY22" fmla="*/ 1156679 h 1562681"/>
                <a:gd name="connsiteX23" fmla="*/ 1009685 w 8393514"/>
                <a:gd name="connsiteY23" fmla="*/ 1145249 h 1562681"/>
                <a:gd name="connsiteX24" fmla="*/ 90523 w 8393514"/>
                <a:gd name="connsiteY24" fmla="*/ 785204 h 1562681"/>
                <a:gd name="connsiteX25" fmla="*/ 22895 w 8393514"/>
                <a:gd name="connsiteY25" fmla="*/ 324194 h 1562681"/>
                <a:gd name="connsiteX26" fmla="*/ 33026 w 8393514"/>
                <a:gd name="connsiteY26" fmla="*/ 300294 h 1562681"/>
                <a:gd name="connsiteX27" fmla="*/ 94142 w 8393514"/>
                <a:gd name="connsiteY27" fmla="*/ 300294 h 1562681"/>
                <a:gd name="connsiteX28" fmla="*/ 76235 w 8393514"/>
                <a:gd name="connsiteY28" fmla="*/ 342292 h 1562681"/>
                <a:gd name="connsiteX29" fmla="*/ 140053 w 8393514"/>
                <a:gd name="connsiteY29" fmla="*/ 758534 h 1562681"/>
                <a:gd name="connsiteX30" fmla="*/ 2361283 w 8393514"/>
                <a:gd name="connsiteY30" fmla="*/ 972847 h 1562681"/>
                <a:gd name="connsiteX31" fmla="*/ 2361890 w 8393514"/>
                <a:gd name="connsiteY31" fmla="*/ 975192 h 1562681"/>
                <a:gd name="connsiteX32" fmla="*/ 2418393 w 8393514"/>
                <a:gd name="connsiteY32" fmla="*/ 959550 h 1562681"/>
                <a:gd name="connsiteX33" fmla="*/ 3300486 w 8393514"/>
                <a:gd name="connsiteY33" fmla="*/ 751395 h 1562681"/>
                <a:gd name="connsiteX34" fmla="*/ 4213357 w 8393514"/>
                <a:gd name="connsiteY34" fmla="*/ 755550 h 1562681"/>
                <a:gd name="connsiteX35" fmla="*/ 4462699 w 8393514"/>
                <a:gd name="connsiteY35" fmla="*/ 1197440 h 1562681"/>
                <a:gd name="connsiteX36" fmla="*/ 4648321 w 8393514"/>
                <a:gd name="connsiteY36" fmla="*/ 1499421 h 1562681"/>
                <a:gd name="connsiteX37" fmla="*/ 5382034 w 8393514"/>
                <a:gd name="connsiteY37" fmla="*/ 953639 h 1562681"/>
                <a:gd name="connsiteX38" fmla="*/ 5554727 w 8393514"/>
                <a:gd name="connsiteY38" fmla="*/ 771249 h 1562681"/>
                <a:gd name="connsiteX39" fmla="*/ 5681246 w 8393514"/>
                <a:gd name="connsiteY39" fmla="*/ 641961 h 1562681"/>
                <a:gd name="connsiteX40" fmla="*/ 6613510 w 8393514"/>
                <a:gd name="connsiteY40" fmla="*/ 42615 h 1562681"/>
                <a:gd name="connsiteX0" fmla="*/ 6613510 w 8393514"/>
                <a:gd name="connsiteY0" fmla="*/ 42615 h 1562681"/>
                <a:gd name="connsiteX1" fmla="*/ 6625977 w 8393514"/>
                <a:gd name="connsiteY1" fmla="*/ 42615 h 1562681"/>
                <a:gd name="connsiteX2" fmla="*/ 7062175 w 8393514"/>
                <a:gd name="connsiteY2" fmla="*/ 617909 h 1562681"/>
                <a:gd name="connsiteX3" fmla="*/ 7221629 w 8393514"/>
                <a:gd name="connsiteY3" fmla="*/ 942095 h 1562681"/>
                <a:gd name="connsiteX4" fmla="*/ 8348876 w 8393514"/>
                <a:gd name="connsiteY4" fmla="*/ 708437 h 1562681"/>
                <a:gd name="connsiteX5" fmla="*/ 8393514 w 8393514"/>
                <a:gd name="connsiteY5" fmla="*/ 757027 h 1562681"/>
                <a:gd name="connsiteX6" fmla="*/ 7211471 w 8393514"/>
                <a:gd name="connsiteY6" fmla="*/ 1001660 h 1562681"/>
                <a:gd name="connsiteX7" fmla="*/ 7023079 w 8393514"/>
                <a:gd name="connsiteY7" fmla="*/ 642422 h 1562681"/>
                <a:gd name="connsiteX8" fmla="*/ 6625054 w 8393514"/>
                <a:gd name="connsiteY8" fmla="*/ 103104 h 1562681"/>
                <a:gd name="connsiteX9" fmla="*/ 6613972 w 8393514"/>
                <a:gd name="connsiteY9" fmla="*/ 103104 h 1562681"/>
                <a:gd name="connsiteX10" fmla="*/ 5725111 w 8393514"/>
                <a:gd name="connsiteY10" fmla="*/ 683518 h 1562681"/>
                <a:gd name="connsiteX11" fmla="*/ 5596746 w 8393514"/>
                <a:gd name="connsiteY11" fmla="*/ 815115 h 1562681"/>
                <a:gd name="connsiteX12" fmla="*/ 5426824 w 8393514"/>
                <a:gd name="connsiteY12" fmla="*/ 994272 h 1562681"/>
                <a:gd name="connsiteX13" fmla="*/ 5037572 w 8393514"/>
                <a:gd name="connsiteY13" fmla="*/ 1384909 h 1562681"/>
                <a:gd name="connsiteX14" fmla="*/ 4680181 w 8393514"/>
                <a:gd name="connsiteY14" fmla="*/ 1562681 h 1562681"/>
                <a:gd name="connsiteX15" fmla="*/ 4637239 w 8393514"/>
                <a:gd name="connsiteY15" fmla="*/ 1558525 h 1562681"/>
                <a:gd name="connsiteX16" fmla="*/ 4405443 w 8393514"/>
                <a:gd name="connsiteY16" fmla="*/ 1214987 h 1562681"/>
                <a:gd name="connsiteX17" fmla="*/ 4179650 w 8393514"/>
                <a:gd name="connsiteY17" fmla="*/ 805418 h 1562681"/>
                <a:gd name="connsiteX18" fmla="*/ 3311567 w 8393514"/>
                <a:gd name="connsiteY18" fmla="*/ 810498 h 1562681"/>
                <a:gd name="connsiteX19" fmla="*/ 2360834 w 8393514"/>
                <a:gd name="connsiteY19" fmla="*/ 1037676 h 1562681"/>
                <a:gd name="connsiteX20" fmla="*/ 2342497 w 8393514"/>
                <a:gd name="connsiteY20" fmla="*/ 1035448 h 1562681"/>
                <a:gd name="connsiteX21" fmla="*/ 2126238 w 8393514"/>
                <a:gd name="connsiteY21" fmla="*/ 1083546 h 1562681"/>
                <a:gd name="connsiteX22" fmla="*/ 1317343 w 8393514"/>
                <a:gd name="connsiteY22" fmla="*/ 1156679 h 1562681"/>
                <a:gd name="connsiteX23" fmla="*/ 1009685 w 8393514"/>
                <a:gd name="connsiteY23" fmla="*/ 1145249 h 1562681"/>
                <a:gd name="connsiteX24" fmla="*/ 90523 w 8393514"/>
                <a:gd name="connsiteY24" fmla="*/ 785204 h 1562681"/>
                <a:gd name="connsiteX25" fmla="*/ 22895 w 8393514"/>
                <a:gd name="connsiteY25" fmla="*/ 324194 h 1562681"/>
                <a:gd name="connsiteX26" fmla="*/ 33026 w 8393514"/>
                <a:gd name="connsiteY26" fmla="*/ 300294 h 1562681"/>
                <a:gd name="connsiteX27" fmla="*/ 94142 w 8393514"/>
                <a:gd name="connsiteY27" fmla="*/ 300294 h 1562681"/>
                <a:gd name="connsiteX28" fmla="*/ 76235 w 8393514"/>
                <a:gd name="connsiteY28" fmla="*/ 342292 h 1562681"/>
                <a:gd name="connsiteX29" fmla="*/ 140053 w 8393514"/>
                <a:gd name="connsiteY29" fmla="*/ 758534 h 1562681"/>
                <a:gd name="connsiteX30" fmla="*/ 2361283 w 8393514"/>
                <a:gd name="connsiteY30" fmla="*/ 972847 h 1562681"/>
                <a:gd name="connsiteX31" fmla="*/ 2361890 w 8393514"/>
                <a:gd name="connsiteY31" fmla="*/ 975192 h 1562681"/>
                <a:gd name="connsiteX32" fmla="*/ 2418393 w 8393514"/>
                <a:gd name="connsiteY32" fmla="*/ 959550 h 1562681"/>
                <a:gd name="connsiteX33" fmla="*/ 3300486 w 8393514"/>
                <a:gd name="connsiteY33" fmla="*/ 751395 h 1562681"/>
                <a:gd name="connsiteX34" fmla="*/ 4213357 w 8393514"/>
                <a:gd name="connsiteY34" fmla="*/ 755550 h 1562681"/>
                <a:gd name="connsiteX35" fmla="*/ 4462699 w 8393514"/>
                <a:gd name="connsiteY35" fmla="*/ 1197440 h 1562681"/>
                <a:gd name="connsiteX36" fmla="*/ 4648321 w 8393514"/>
                <a:gd name="connsiteY36" fmla="*/ 1499421 h 1562681"/>
                <a:gd name="connsiteX37" fmla="*/ 5382034 w 8393514"/>
                <a:gd name="connsiteY37" fmla="*/ 953639 h 1562681"/>
                <a:gd name="connsiteX38" fmla="*/ 5554727 w 8393514"/>
                <a:gd name="connsiteY38" fmla="*/ 771249 h 1562681"/>
                <a:gd name="connsiteX39" fmla="*/ 5681246 w 8393514"/>
                <a:gd name="connsiteY39" fmla="*/ 641961 h 1562681"/>
                <a:gd name="connsiteX40" fmla="*/ 6613510 w 8393514"/>
                <a:gd name="connsiteY40" fmla="*/ 42615 h 1562681"/>
                <a:gd name="connsiteX0" fmla="*/ 6613510 w 8393514"/>
                <a:gd name="connsiteY0" fmla="*/ 8124 h 1528190"/>
                <a:gd name="connsiteX1" fmla="*/ 6625977 w 8393514"/>
                <a:gd name="connsiteY1" fmla="*/ 8124 h 1528190"/>
                <a:gd name="connsiteX2" fmla="*/ 7062175 w 8393514"/>
                <a:gd name="connsiteY2" fmla="*/ 583418 h 1528190"/>
                <a:gd name="connsiteX3" fmla="*/ 7221629 w 8393514"/>
                <a:gd name="connsiteY3" fmla="*/ 907604 h 1528190"/>
                <a:gd name="connsiteX4" fmla="*/ 8348876 w 8393514"/>
                <a:gd name="connsiteY4" fmla="*/ 673946 h 1528190"/>
                <a:gd name="connsiteX5" fmla="*/ 8393514 w 8393514"/>
                <a:gd name="connsiteY5" fmla="*/ 722536 h 1528190"/>
                <a:gd name="connsiteX6" fmla="*/ 7211471 w 8393514"/>
                <a:gd name="connsiteY6" fmla="*/ 967169 h 1528190"/>
                <a:gd name="connsiteX7" fmla="*/ 7023079 w 8393514"/>
                <a:gd name="connsiteY7" fmla="*/ 607931 h 1528190"/>
                <a:gd name="connsiteX8" fmla="*/ 6625054 w 8393514"/>
                <a:gd name="connsiteY8" fmla="*/ 68613 h 1528190"/>
                <a:gd name="connsiteX9" fmla="*/ 6613972 w 8393514"/>
                <a:gd name="connsiteY9" fmla="*/ 68613 h 1528190"/>
                <a:gd name="connsiteX10" fmla="*/ 5725111 w 8393514"/>
                <a:gd name="connsiteY10" fmla="*/ 649027 h 1528190"/>
                <a:gd name="connsiteX11" fmla="*/ 5596746 w 8393514"/>
                <a:gd name="connsiteY11" fmla="*/ 780624 h 1528190"/>
                <a:gd name="connsiteX12" fmla="*/ 5426824 w 8393514"/>
                <a:gd name="connsiteY12" fmla="*/ 959781 h 1528190"/>
                <a:gd name="connsiteX13" fmla="*/ 5037572 w 8393514"/>
                <a:gd name="connsiteY13" fmla="*/ 1350418 h 1528190"/>
                <a:gd name="connsiteX14" fmla="*/ 4680181 w 8393514"/>
                <a:gd name="connsiteY14" fmla="*/ 1528190 h 1528190"/>
                <a:gd name="connsiteX15" fmla="*/ 4637239 w 8393514"/>
                <a:gd name="connsiteY15" fmla="*/ 1524034 h 1528190"/>
                <a:gd name="connsiteX16" fmla="*/ 4405443 w 8393514"/>
                <a:gd name="connsiteY16" fmla="*/ 1180496 h 1528190"/>
                <a:gd name="connsiteX17" fmla="*/ 4179650 w 8393514"/>
                <a:gd name="connsiteY17" fmla="*/ 770927 h 1528190"/>
                <a:gd name="connsiteX18" fmla="*/ 3311567 w 8393514"/>
                <a:gd name="connsiteY18" fmla="*/ 776007 h 1528190"/>
                <a:gd name="connsiteX19" fmla="*/ 2360834 w 8393514"/>
                <a:gd name="connsiteY19" fmla="*/ 1003185 h 1528190"/>
                <a:gd name="connsiteX20" fmla="*/ 2342497 w 8393514"/>
                <a:gd name="connsiteY20" fmla="*/ 1000957 h 1528190"/>
                <a:gd name="connsiteX21" fmla="*/ 2126238 w 8393514"/>
                <a:gd name="connsiteY21" fmla="*/ 1049055 h 1528190"/>
                <a:gd name="connsiteX22" fmla="*/ 1317343 w 8393514"/>
                <a:gd name="connsiteY22" fmla="*/ 1122188 h 1528190"/>
                <a:gd name="connsiteX23" fmla="*/ 1009685 w 8393514"/>
                <a:gd name="connsiteY23" fmla="*/ 1110758 h 1528190"/>
                <a:gd name="connsiteX24" fmla="*/ 90523 w 8393514"/>
                <a:gd name="connsiteY24" fmla="*/ 750713 h 1528190"/>
                <a:gd name="connsiteX25" fmla="*/ 22895 w 8393514"/>
                <a:gd name="connsiteY25" fmla="*/ 289703 h 1528190"/>
                <a:gd name="connsiteX26" fmla="*/ 33026 w 8393514"/>
                <a:gd name="connsiteY26" fmla="*/ 265803 h 1528190"/>
                <a:gd name="connsiteX27" fmla="*/ 94142 w 8393514"/>
                <a:gd name="connsiteY27" fmla="*/ 265803 h 1528190"/>
                <a:gd name="connsiteX28" fmla="*/ 76235 w 8393514"/>
                <a:gd name="connsiteY28" fmla="*/ 307801 h 1528190"/>
                <a:gd name="connsiteX29" fmla="*/ 140053 w 8393514"/>
                <a:gd name="connsiteY29" fmla="*/ 724043 h 1528190"/>
                <a:gd name="connsiteX30" fmla="*/ 2361283 w 8393514"/>
                <a:gd name="connsiteY30" fmla="*/ 938356 h 1528190"/>
                <a:gd name="connsiteX31" fmla="*/ 2361890 w 8393514"/>
                <a:gd name="connsiteY31" fmla="*/ 940701 h 1528190"/>
                <a:gd name="connsiteX32" fmla="*/ 2418393 w 8393514"/>
                <a:gd name="connsiteY32" fmla="*/ 925059 h 1528190"/>
                <a:gd name="connsiteX33" fmla="*/ 3300486 w 8393514"/>
                <a:gd name="connsiteY33" fmla="*/ 716904 h 1528190"/>
                <a:gd name="connsiteX34" fmla="*/ 4213357 w 8393514"/>
                <a:gd name="connsiteY34" fmla="*/ 721059 h 1528190"/>
                <a:gd name="connsiteX35" fmla="*/ 4462699 w 8393514"/>
                <a:gd name="connsiteY35" fmla="*/ 1162949 h 1528190"/>
                <a:gd name="connsiteX36" fmla="*/ 4648321 w 8393514"/>
                <a:gd name="connsiteY36" fmla="*/ 1464930 h 1528190"/>
                <a:gd name="connsiteX37" fmla="*/ 5382034 w 8393514"/>
                <a:gd name="connsiteY37" fmla="*/ 919148 h 1528190"/>
                <a:gd name="connsiteX38" fmla="*/ 5554727 w 8393514"/>
                <a:gd name="connsiteY38" fmla="*/ 736758 h 1528190"/>
                <a:gd name="connsiteX39" fmla="*/ 5681246 w 8393514"/>
                <a:gd name="connsiteY39" fmla="*/ 607470 h 1528190"/>
                <a:gd name="connsiteX40" fmla="*/ 6613510 w 8393514"/>
                <a:gd name="connsiteY40" fmla="*/ 8124 h 1528190"/>
                <a:gd name="connsiteX0" fmla="*/ 6613510 w 8393514"/>
                <a:gd name="connsiteY0" fmla="*/ 1470 h 1521536"/>
                <a:gd name="connsiteX1" fmla="*/ 6625977 w 8393514"/>
                <a:gd name="connsiteY1" fmla="*/ 1470 h 1521536"/>
                <a:gd name="connsiteX2" fmla="*/ 7062175 w 8393514"/>
                <a:gd name="connsiteY2" fmla="*/ 576764 h 1521536"/>
                <a:gd name="connsiteX3" fmla="*/ 7221629 w 8393514"/>
                <a:gd name="connsiteY3" fmla="*/ 900950 h 1521536"/>
                <a:gd name="connsiteX4" fmla="*/ 8348876 w 8393514"/>
                <a:gd name="connsiteY4" fmla="*/ 667292 h 1521536"/>
                <a:gd name="connsiteX5" fmla="*/ 8393514 w 8393514"/>
                <a:gd name="connsiteY5" fmla="*/ 715882 h 1521536"/>
                <a:gd name="connsiteX6" fmla="*/ 7211471 w 8393514"/>
                <a:gd name="connsiteY6" fmla="*/ 960515 h 1521536"/>
                <a:gd name="connsiteX7" fmla="*/ 7023079 w 8393514"/>
                <a:gd name="connsiteY7" fmla="*/ 601277 h 1521536"/>
                <a:gd name="connsiteX8" fmla="*/ 6625054 w 8393514"/>
                <a:gd name="connsiteY8" fmla="*/ 61959 h 1521536"/>
                <a:gd name="connsiteX9" fmla="*/ 6613972 w 8393514"/>
                <a:gd name="connsiteY9" fmla="*/ 61959 h 1521536"/>
                <a:gd name="connsiteX10" fmla="*/ 5725111 w 8393514"/>
                <a:gd name="connsiteY10" fmla="*/ 642373 h 1521536"/>
                <a:gd name="connsiteX11" fmla="*/ 5596746 w 8393514"/>
                <a:gd name="connsiteY11" fmla="*/ 773970 h 1521536"/>
                <a:gd name="connsiteX12" fmla="*/ 5426824 w 8393514"/>
                <a:gd name="connsiteY12" fmla="*/ 953127 h 1521536"/>
                <a:gd name="connsiteX13" fmla="*/ 5037572 w 8393514"/>
                <a:gd name="connsiteY13" fmla="*/ 1343764 h 1521536"/>
                <a:gd name="connsiteX14" fmla="*/ 4680181 w 8393514"/>
                <a:gd name="connsiteY14" fmla="*/ 1521536 h 1521536"/>
                <a:gd name="connsiteX15" fmla="*/ 4637239 w 8393514"/>
                <a:gd name="connsiteY15" fmla="*/ 1517380 h 1521536"/>
                <a:gd name="connsiteX16" fmla="*/ 4405443 w 8393514"/>
                <a:gd name="connsiteY16" fmla="*/ 1173842 h 1521536"/>
                <a:gd name="connsiteX17" fmla="*/ 4179650 w 8393514"/>
                <a:gd name="connsiteY17" fmla="*/ 764273 h 1521536"/>
                <a:gd name="connsiteX18" fmla="*/ 3311567 w 8393514"/>
                <a:gd name="connsiteY18" fmla="*/ 769353 h 1521536"/>
                <a:gd name="connsiteX19" fmla="*/ 2360834 w 8393514"/>
                <a:gd name="connsiteY19" fmla="*/ 996531 h 1521536"/>
                <a:gd name="connsiteX20" fmla="*/ 2342497 w 8393514"/>
                <a:gd name="connsiteY20" fmla="*/ 994303 h 1521536"/>
                <a:gd name="connsiteX21" fmla="*/ 2126238 w 8393514"/>
                <a:gd name="connsiteY21" fmla="*/ 1042401 h 1521536"/>
                <a:gd name="connsiteX22" fmla="*/ 1317343 w 8393514"/>
                <a:gd name="connsiteY22" fmla="*/ 1115534 h 1521536"/>
                <a:gd name="connsiteX23" fmla="*/ 1009685 w 8393514"/>
                <a:gd name="connsiteY23" fmla="*/ 1104104 h 1521536"/>
                <a:gd name="connsiteX24" fmla="*/ 90523 w 8393514"/>
                <a:gd name="connsiteY24" fmla="*/ 744059 h 1521536"/>
                <a:gd name="connsiteX25" fmla="*/ 22895 w 8393514"/>
                <a:gd name="connsiteY25" fmla="*/ 283049 h 1521536"/>
                <a:gd name="connsiteX26" fmla="*/ 33026 w 8393514"/>
                <a:gd name="connsiteY26" fmla="*/ 259149 h 1521536"/>
                <a:gd name="connsiteX27" fmla="*/ 94142 w 8393514"/>
                <a:gd name="connsiteY27" fmla="*/ 259149 h 1521536"/>
                <a:gd name="connsiteX28" fmla="*/ 76235 w 8393514"/>
                <a:gd name="connsiteY28" fmla="*/ 301147 h 1521536"/>
                <a:gd name="connsiteX29" fmla="*/ 140053 w 8393514"/>
                <a:gd name="connsiteY29" fmla="*/ 717389 h 1521536"/>
                <a:gd name="connsiteX30" fmla="*/ 2361283 w 8393514"/>
                <a:gd name="connsiteY30" fmla="*/ 931702 h 1521536"/>
                <a:gd name="connsiteX31" fmla="*/ 2361890 w 8393514"/>
                <a:gd name="connsiteY31" fmla="*/ 934047 h 1521536"/>
                <a:gd name="connsiteX32" fmla="*/ 2418393 w 8393514"/>
                <a:gd name="connsiteY32" fmla="*/ 918405 h 1521536"/>
                <a:gd name="connsiteX33" fmla="*/ 3300486 w 8393514"/>
                <a:gd name="connsiteY33" fmla="*/ 710250 h 1521536"/>
                <a:gd name="connsiteX34" fmla="*/ 4213357 w 8393514"/>
                <a:gd name="connsiteY34" fmla="*/ 714405 h 1521536"/>
                <a:gd name="connsiteX35" fmla="*/ 4462699 w 8393514"/>
                <a:gd name="connsiteY35" fmla="*/ 1156295 h 1521536"/>
                <a:gd name="connsiteX36" fmla="*/ 4648321 w 8393514"/>
                <a:gd name="connsiteY36" fmla="*/ 1458276 h 1521536"/>
                <a:gd name="connsiteX37" fmla="*/ 5382034 w 8393514"/>
                <a:gd name="connsiteY37" fmla="*/ 912494 h 1521536"/>
                <a:gd name="connsiteX38" fmla="*/ 5554727 w 8393514"/>
                <a:gd name="connsiteY38" fmla="*/ 730104 h 1521536"/>
                <a:gd name="connsiteX39" fmla="*/ 5681246 w 8393514"/>
                <a:gd name="connsiteY39" fmla="*/ 600816 h 1521536"/>
                <a:gd name="connsiteX40" fmla="*/ 6613510 w 8393514"/>
                <a:gd name="connsiteY40" fmla="*/ 1470 h 1521536"/>
                <a:gd name="connsiteX0" fmla="*/ 6613510 w 8393514"/>
                <a:gd name="connsiteY0" fmla="*/ 30305 h 1550371"/>
                <a:gd name="connsiteX1" fmla="*/ 6625977 w 8393514"/>
                <a:gd name="connsiteY1" fmla="*/ 30305 h 1550371"/>
                <a:gd name="connsiteX2" fmla="*/ 7062175 w 8393514"/>
                <a:gd name="connsiteY2" fmla="*/ 605599 h 1550371"/>
                <a:gd name="connsiteX3" fmla="*/ 7221629 w 8393514"/>
                <a:gd name="connsiteY3" fmla="*/ 929785 h 1550371"/>
                <a:gd name="connsiteX4" fmla="*/ 8348876 w 8393514"/>
                <a:gd name="connsiteY4" fmla="*/ 696127 h 1550371"/>
                <a:gd name="connsiteX5" fmla="*/ 8393514 w 8393514"/>
                <a:gd name="connsiteY5" fmla="*/ 744717 h 1550371"/>
                <a:gd name="connsiteX6" fmla="*/ 7211471 w 8393514"/>
                <a:gd name="connsiteY6" fmla="*/ 989350 h 1550371"/>
                <a:gd name="connsiteX7" fmla="*/ 7023079 w 8393514"/>
                <a:gd name="connsiteY7" fmla="*/ 630112 h 1550371"/>
                <a:gd name="connsiteX8" fmla="*/ 6625054 w 8393514"/>
                <a:gd name="connsiteY8" fmla="*/ 90794 h 1550371"/>
                <a:gd name="connsiteX9" fmla="*/ 6613972 w 8393514"/>
                <a:gd name="connsiteY9" fmla="*/ 90794 h 1550371"/>
                <a:gd name="connsiteX10" fmla="*/ 5725111 w 8393514"/>
                <a:gd name="connsiteY10" fmla="*/ 671208 h 1550371"/>
                <a:gd name="connsiteX11" fmla="*/ 5596746 w 8393514"/>
                <a:gd name="connsiteY11" fmla="*/ 802805 h 1550371"/>
                <a:gd name="connsiteX12" fmla="*/ 5426824 w 8393514"/>
                <a:gd name="connsiteY12" fmla="*/ 981962 h 1550371"/>
                <a:gd name="connsiteX13" fmla="*/ 5037572 w 8393514"/>
                <a:gd name="connsiteY13" fmla="*/ 1372599 h 1550371"/>
                <a:gd name="connsiteX14" fmla="*/ 4680181 w 8393514"/>
                <a:gd name="connsiteY14" fmla="*/ 1550371 h 1550371"/>
                <a:gd name="connsiteX15" fmla="*/ 4637239 w 8393514"/>
                <a:gd name="connsiteY15" fmla="*/ 1546215 h 1550371"/>
                <a:gd name="connsiteX16" fmla="*/ 4405443 w 8393514"/>
                <a:gd name="connsiteY16" fmla="*/ 1202677 h 1550371"/>
                <a:gd name="connsiteX17" fmla="*/ 4179650 w 8393514"/>
                <a:gd name="connsiteY17" fmla="*/ 793108 h 1550371"/>
                <a:gd name="connsiteX18" fmla="*/ 3311567 w 8393514"/>
                <a:gd name="connsiteY18" fmla="*/ 798188 h 1550371"/>
                <a:gd name="connsiteX19" fmla="*/ 2360834 w 8393514"/>
                <a:gd name="connsiteY19" fmla="*/ 1025366 h 1550371"/>
                <a:gd name="connsiteX20" fmla="*/ 2342497 w 8393514"/>
                <a:gd name="connsiteY20" fmla="*/ 1023138 h 1550371"/>
                <a:gd name="connsiteX21" fmla="*/ 2126238 w 8393514"/>
                <a:gd name="connsiteY21" fmla="*/ 1071236 h 1550371"/>
                <a:gd name="connsiteX22" fmla="*/ 1317343 w 8393514"/>
                <a:gd name="connsiteY22" fmla="*/ 1144369 h 1550371"/>
                <a:gd name="connsiteX23" fmla="*/ 1009685 w 8393514"/>
                <a:gd name="connsiteY23" fmla="*/ 1132939 h 1550371"/>
                <a:gd name="connsiteX24" fmla="*/ 90523 w 8393514"/>
                <a:gd name="connsiteY24" fmla="*/ 772894 h 1550371"/>
                <a:gd name="connsiteX25" fmla="*/ 22895 w 8393514"/>
                <a:gd name="connsiteY25" fmla="*/ 311884 h 1550371"/>
                <a:gd name="connsiteX26" fmla="*/ 33026 w 8393514"/>
                <a:gd name="connsiteY26" fmla="*/ 287984 h 1550371"/>
                <a:gd name="connsiteX27" fmla="*/ 94142 w 8393514"/>
                <a:gd name="connsiteY27" fmla="*/ 287984 h 1550371"/>
                <a:gd name="connsiteX28" fmla="*/ 76235 w 8393514"/>
                <a:gd name="connsiteY28" fmla="*/ 329982 h 1550371"/>
                <a:gd name="connsiteX29" fmla="*/ 140053 w 8393514"/>
                <a:gd name="connsiteY29" fmla="*/ 746224 h 1550371"/>
                <a:gd name="connsiteX30" fmla="*/ 2361283 w 8393514"/>
                <a:gd name="connsiteY30" fmla="*/ 960537 h 1550371"/>
                <a:gd name="connsiteX31" fmla="*/ 2361890 w 8393514"/>
                <a:gd name="connsiteY31" fmla="*/ 962882 h 1550371"/>
                <a:gd name="connsiteX32" fmla="*/ 2418393 w 8393514"/>
                <a:gd name="connsiteY32" fmla="*/ 947240 h 1550371"/>
                <a:gd name="connsiteX33" fmla="*/ 3300486 w 8393514"/>
                <a:gd name="connsiteY33" fmla="*/ 739085 h 1550371"/>
                <a:gd name="connsiteX34" fmla="*/ 4213357 w 8393514"/>
                <a:gd name="connsiteY34" fmla="*/ 743240 h 1550371"/>
                <a:gd name="connsiteX35" fmla="*/ 4462699 w 8393514"/>
                <a:gd name="connsiteY35" fmla="*/ 1185130 h 1550371"/>
                <a:gd name="connsiteX36" fmla="*/ 4648321 w 8393514"/>
                <a:gd name="connsiteY36" fmla="*/ 1487111 h 1550371"/>
                <a:gd name="connsiteX37" fmla="*/ 5382034 w 8393514"/>
                <a:gd name="connsiteY37" fmla="*/ 941329 h 1550371"/>
                <a:gd name="connsiteX38" fmla="*/ 5554727 w 8393514"/>
                <a:gd name="connsiteY38" fmla="*/ 758939 h 1550371"/>
                <a:gd name="connsiteX39" fmla="*/ 5681246 w 8393514"/>
                <a:gd name="connsiteY39" fmla="*/ 629651 h 1550371"/>
                <a:gd name="connsiteX40" fmla="*/ 6613510 w 8393514"/>
                <a:gd name="connsiteY40" fmla="*/ 30305 h 1550371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62699 w 8393514"/>
                <a:gd name="connsiteY35" fmla="*/ 1156118 h 1521359"/>
                <a:gd name="connsiteX36" fmla="*/ 4648321 w 8393514"/>
                <a:gd name="connsiteY36" fmla="*/ 1458099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48321 w 8393514"/>
                <a:gd name="connsiteY36" fmla="*/ 1458099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48321 w 8393514"/>
                <a:gd name="connsiteY36" fmla="*/ 1458099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48321 w 8393514"/>
                <a:gd name="connsiteY36" fmla="*/ 1458099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48321 w 8393514"/>
                <a:gd name="connsiteY36" fmla="*/ 1458099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48321 w 8393514"/>
                <a:gd name="connsiteY36" fmla="*/ 1458099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56698 w 8393514"/>
                <a:gd name="connsiteY36" fmla="*/ 1440029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56698 w 8393514"/>
                <a:gd name="connsiteY36" fmla="*/ 1440029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31568 w 8393514"/>
                <a:gd name="connsiteY36" fmla="*/ 1452075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31568 w 8393514"/>
                <a:gd name="connsiteY36" fmla="*/ 1452075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31568 w 8393514"/>
                <a:gd name="connsiteY36" fmla="*/ 1452075 h 1521359"/>
                <a:gd name="connsiteX37" fmla="*/ 5382034 w 8393514"/>
                <a:gd name="connsiteY37" fmla="*/ 912317 h 1521359"/>
                <a:gd name="connsiteX38" fmla="*/ 5554727 w 8393514"/>
                <a:gd name="connsiteY38" fmla="*/ 729927 h 1521359"/>
                <a:gd name="connsiteX39" fmla="*/ 5681246 w 8393514"/>
                <a:gd name="connsiteY39" fmla="*/ 600639 h 1521359"/>
                <a:gd name="connsiteX40" fmla="*/ 6613510 w 8393514"/>
                <a:gd name="connsiteY40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31568 w 8393514"/>
                <a:gd name="connsiteY36" fmla="*/ 1452075 h 1521359"/>
                <a:gd name="connsiteX37" fmla="*/ 5382034 w 8393514"/>
                <a:gd name="connsiteY37" fmla="*/ 912317 h 1521359"/>
                <a:gd name="connsiteX38" fmla="*/ 5681246 w 8393514"/>
                <a:gd name="connsiteY38" fmla="*/ 600639 h 1521359"/>
                <a:gd name="connsiteX39" fmla="*/ 6613510 w 8393514"/>
                <a:gd name="connsiteY39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31568 w 8393514"/>
                <a:gd name="connsiteY36" fmla="*/ 1452075 h 1521359"/>
                <a:gd name="connsiteX37" fmla="*/ 5382034 w 8393514"/>
                <a:gd name="connsiteY37" fmla="*/ 912317 h 1521359"/>
                <a:gd name="connsiteX38" fmla="*/ 5681246 w 8393514"/>
                <a:gd name="connsiteY38" fmla="*/ 600639 h 1521359"/>
                <a:gd name="connsiteX39" fmla="*/ 6613510 w 8393514"/>
                <a:gd name="connsiteY39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76235 w 8393514"/>
                <a:gd name="connsiteY28" fmla="*/ 300970 h 1521359"/>
                <a:gd name="connsiteX29" fmla="*/ 140053 w 8393514"/>
                <a:gd name="connsiteY29" fmla="*/ 717212 h 1521359"/>
                <a:gd name="connsiteX30" fmla="*/ 2361283 w 8393514"/>
                <a:gd name="connsiteY30" fmla="*/ 931525 h 1521359"/>
                <a:gd name="connsiteX31" fmla="*/ 2361890 w 8393514"/>
                <a:gd name="connsiteY31" fmla="*/ 933870 h 1521359"/>
                <a:gd name="connsiteX32" fmla="*/ 2418393 w 8393514"/>
                <a:gd name="connsiteY32" fmla="*/ 918228 h 1521359"/>
                <a:gd name="connsiteX33" fmla="*/ 3300486 w 8393514"/>
                <a:gd name="connsiteY33" fmla="*/ 710073 h 1521359"/>
                <a:gd name="connsiteX34" fmla="*/ 4213357 w 8393514"/>
                <a:gd name="connsiteY34" fmla="*/ 714228 h 1521359"/>
                <a:gd name="connsiteX35" fmla="*/ 4437569 w 8393514"/>
                <a:gd name="connsiteY35" fmla="*/ 1132024 h 1521359"/>
                <a:gd name="connsiteX36" fmla="*/ 4631568 w 8393514"/>
                <a:gd name="connsiteY36" fmla="*/ 1452075 h 1521359"/>
                <a:gd name="connsiteX37" fmla="*/ 5382034 w 8393514"/>
                <a:gd name="connsiteY37" fmla="*/ 912317 h 1521359"/>
                <a:gd name="connsiteX38" fmla="*/ 5681246 w 8393514"/>
                <a:gd name="connsiteY38" fmla="*/ 600639 h 1521359"/>
                <a:gd name="connsiteX39" fmla="*/ 6613510 w 8393514"/>
                <a:gd name="connsiteY39" fmla="*/ 1293 h 1521359"/>
                <a:gd name="connsiteX0" fmla="*/ 6613510 w 8393514"/>
                <a:gd name="connsiteY0" fmla="*/ 1293 h 1521359"/>
                <a:gd name="connsiteX1" fmla="*/ 6625977 w 8393514"/>
                <a:gd name="connsiteY1" fmla="*/ 1293 h 1521359"/>
                <a:gd name="connsiteX2" fmla="*/ 7062175 w 8393514"/>
                <a:gd name="connsiteY2" fmla="*/ 576587 h 1521359"/>
                <a:gd name="connsiteX3" fmla="*/ 7221629 w 8393514"/>
                <a:gd name="connsiteY3" fmla="*/ 900773 h 1521359"/>
                <a:gd name="connsiteX4" fmla="*/ 8348876 w 8393514"/>
                <a:gd name="connsiteY4" fmla="*/ 667115 h 1521359"/>
                <a:gd name="connsiteX5" fmla="*/ 8393514 w 8393514"/>
                <a:gd name="connsiteY5" fmla="*/ 715705 h 1521359"/>
                <a:gd name="connsiteX6" fmla="*/ 7211471 w 8393514"/>
                <a:gd name="connsiteY6" fmla="*/ 960338 h 1521359"/>
                <a:gd name="connsiteX7" fmla="*/ 7023079 w 8393514"/>
                <a:gd name="connsiteY7" fmla="*/ 601100 h 1521359"/>
                <a:gd name="connsiteX8" fmla="*/ 6625054 w 8393514"/>
                <a:gd name="connsiteY8" fmla="*/ 61782 h 1521359"/>
                <a:gd name="connsiteX9" fmla="*/ 6613972 w 8393514"/>
                <a:gd name="connsiteY9" fmla="*/ 61782 h 1521359"/>
                <a:gd name="connsiteX10" fmla="*/ 5725111 w 8393514"/>
                <a:gd name="connsiteY10" fmla="*/ 642196 h 1521359"/>
                <a:gd name="connsiteX11" fmla="*/ 5596746 w 8393514"/>
                <a:gd name="connsiteY11" fmla="*/ 773793 h 1521359"/>
                <a:gd name="connsiteX12" fmla="*/ 5426824 w 8393514"/>
                <a:gd name="connsiteY12" fmla="*/ 952950 h 1521359"/>
                <a:gd name="connsiteX13" fmla="*/ 5037572 w 8393514"/>
                <a:gd name="connsiteY13" fmla="*/ 1343587 h 1521359"/>
                <a:gd name="connsiteX14" fmla="*/ 4680181 w 8393514"/>
                <a:gd name="connsiteY14" fmla="*/ 1521359 h 1521359"/>
                <a:gd name="connsiteX15" fmla="*/ 4637239 w 8393514"/>
                <a:gd name="connsiteY15" fmla="*/ 1517203 h 1521359"/>
                <a:gd name="connsiteX16" fmla="*/ 4405443 w 8393514"/>
                <a:gd name="connsiteY16" fmla="*/ 1173665 h 1521359"/>
                <a:gd name="connsiteX17" fmla="*/ 4179650 w 8393514"/>
                <a:gd name="connsiteY17" fmla="*/ 764096 h 1521359"/>
                <a:gd name="connsiteX18" fmla="*/ 3311567 w 8393514"/>
                <a:gd name="connsiteY18" fmla="*/ 769176 h 1521359"/>
                <a:gd name="connsiteX19" fmla="*/ 2360834 w 8393514"/>
                <a:gd name="connsiteY19" fmla="*/ 996354 h 1521359"/>
                <a:gd name="connsiteX20" fmla="*/ 2342497 w 8393514"/>
                <a:gd name="connsiteY20" fmla="*/ 994126 h 1521359"/>
                <a:gd name="connsiteX21" fmla="*/ 2126238 w 8393514"/>
                <a:gd name="connsiteY21" fmla="*/ 1042224 h 1521359"/>
                <a:gd name="connsiteX22" fmla="*/ 1317343 w 8393514"/>
                <a:gd name="connsiteY22" fmla="*/ 1115357 h 1521359"/>
                <a:gd name="connsiteX23" fmla="*/ 1009685 w 8393514"/>
                <a:gd name="connsiteY23" fmla="*/ 1103927 h 1521359"/>
                <a:gd name="connsiteX24" fmla="*/ 90523 w 8393514"/>
                <a:gd name="connsiteY24" fmla="*/ 743882 h 1521359"/>
                <a:gd name="connsiteX25" fmla="*/ 22895 w 8393514"/>
                <a:gd name="connsiteY25" fmla="*/ 282872 h 1521359"/>
                <a:gd name="connsiteX26" fmla="*/ 33026 w 8393514"/>
                <a:gd name="connsiteY26" fmla="*/ 258972 h 1521359"/>
                <a:gd name="connsiteX27" fmla="*/ 94142 w 8393514"/>
                <a:gd name="connsiteY27" fmla="*/ 258972 h 1521359"/>
                <a:gd name="connsiteX28" fmla="*/ 140053 w 8393514"/>
                <a:gd name="connsiteY28" fmla="*/ 717212 h 1521359"/>
                <a:gd name="connsiteX29" fmla="*/ 2361283 w 8393514"/>
                <a:gd name="connsiteY29" fmla="*/ 931525 h 1521359"/>
                <a:gd name="connsiteX30" fmla="*/ 2361890 w 8393514"/>
                <a:gd name="connsiteY30" fmla="*/ 933870 h 1521359"/>
                <a:gd name="connsiteX31" fmla="*/ 2418393 w 8393514"/>
                <a:gd name="connsiteY31" fmla="*/ 918228 h 1521359"/>
                <a:gd name="connsiteX32" fmla="*/ 3300486 w 8393514"/>
                <a:gd name="connsiteY32" fmla="*/ 710073 h 1521359"/>
                <a:gd name="connsiteX33" fmla="*/ 4213357 w 8393514"/>
                <a:gd name="connsiteY33" fmla="*/ 714228 h 1521359"/>
                <a:gd name="connsiteX34" fmla="*/ 4437569 w 8393514"/>
                <a:gd name="connsiteY34" fmla="*/ 1132024 h 1521359"/>
                <a:gd name="connsiteX35" fmla="*/ 4631568 w 8393514"/>
                <a:gd name="connsiteY35" fmla="*/ 1452075 h 1521359"/>
                <a:gd name="connsiteX36" fmla="*/ 5382034 w 8393514"/>
                <a:gd name="connsiteY36" fmla="*/ 912317 h 1521359"/>
                <a:gd name="connsiteX37" fmla="*/ 5681246 w 8393514"/>
                <a:gd name="connsiteY37" fmla="*/ 600639 h 1521359"/>
                <a:gd name="connsiteX38" fmla="*/ 6613510 w 8393514"/>
                <a:gd name="connsiteY38" fmla="*/ 1293 h 1521359"/>
                <a:gd name="connsiteX0" fmla="*/ 6625404 w 8405408"/>
                <a:gd name="connsiteY0" fmla="*/ 311945 h 1832011"/>
                <a:gd name="connsiteX1" fmla="*/ 6637871 w 8405408"/>
                <a:gd name="connsiteY1" fmla="*/ 311945 h 1832011"/>
                <a:gd name="connsiteX2" fmla="*/ 7074069 w 8405408"/>
                <a:gd name="connsiteY2" fmla="*/ 887239 h 1832011"/>
                <a:gd name="connsiteX3" fmla="*/ 7233523 w 8405408"/>
                <a:gd name="connsiteY3" fmla="*/ 1211425 h 1832011"/>
                <a:gd name="connsiteX4" fmla="*/ 8360770 w 8405408"/>
                <a:gd name="connsiteY4" fmla="*/ 977767 h 1832011"/>
                <a:gd name="connsiteX5" fmla="*/ 8405408 w 8405408"/>
                <a:gd name="connsiteY5" fmla="*/ 1026357 h 1832011"/>
                <a:gd name="connsiteX6" fmla="*/ 7223365 w 8405408"/>
                <a:gd name="connsiteY6" fmla="*/ 1270990 h 1832011"/>
                <a:gd name="connsiteX7" fmla="*/ 7034973 w 8405408"/>
                <a:gd name="connsiteY7" fmla="*/ 911752 h 1832011"/>
                <a:gd name="connsiteX8" fmla="*/ 6636948 w 8405408"/>
                <a:gd name="connsiteY8" fmla="*/ 372434 h 1832011"/>
                <a:gd name="connsiteX9" fmla="*/ 6625866 w 8405408"/>
                <a:gd name="connsiteY9" fmla="*/ 372434 h 1832011"/>
                <a:gd name="connsiteX10" fmla="*/ 5737005 w 8405408"/>
                <a:gd name="connsiteY10" fmla="*/ 952848 h 1832011"/>
                <a:gd name="connsiteX11" fmla="*/ 5608640 w 8405408"/>
                <a:gd name="connsiteY11" fmla="*/ 1084445 h 1832011"/>
                <a:gd name="connsiteX12" fmla="*/ 5438718 w 8405408"/>
                <a:gd name="connsiteY12" fmla="*/ 1263602 h 1832011"/>
                <a:gd name="connsiteX13" fmla="*/ 5049466 w 8405408"/>
                <a:gd name="connsiteY13" fmla="*/ 1654239 h 1832011"/>
                <a:gd name="connsiteX14" fmla="*/ 4692075 w 8405408"/>
                <a:gd name="connsiteY14" fmla="*/ 1832011 h 1832011"/>
                <a:gd name="connsiteX15" fmla="*/ 4649133 w 8405408"/>
                <a:gd name="connsiteY15" fmla="*/ 1827855 h 1832011"/>
                <a:gd name="connsiteX16" fmla="*/ 4417337 w 8405408"/>
                <a:gd name="connsiteY16" fmla="*/ 1484317 h 1832011"/>
                <a:gd name="connsiteX17" fmla="*/ 4191544 w 8405408"/>
                <a:gd name="connsiteY17" fmla="*/ 1074748 h 1832011"/>
                <a:gd name="connsiteX18" fmla="*/ 3323461 w 8405408"/>
                <a:gd name="connsiteY18" fmla="*/ 1079828 h 1832011"/>
                <a:gd name="connsiteX19" fmla="*/ 2372728 w 8405408"/>
                <a:gd name="connsiteY19" fmla="*/ 1307006 h 1832011"/>
                <a:gd name="connsiteX20" fmla="*/ 2354391 w 8405408"/>
                <a:gd name="connsiteY20" fmla="*/ 1304778 h 1832011"/>
                <a:gd name="connsiteX21" fmla="*/ 2138132 w 8405408"/>
                <a:gd name="connsiteY21" fmla="*/ 1352876 h 1832011"/>
                <a:gd name="connsiteX22" fmla="*/ 1329237 w 8405408"/>
                <a:gd name="connsiteY22" fmla="*/ 1426009 h 1832011"/>
                <a:gd name="connsiteX23" fmla="*/ 1021579 w 8405408"/>
                <a:gd name="connsiteY23" fmla="*/ 1414579 h 1832011"/>
                <a:gd name="connsiteX24" fmla="*/ 102417 w 8405408"/>
                <a:gd name="connsiteY24" fmla="*/ 1054534 h 1832011"/>
                <a:gd name="connsiteX25" fmla="*/ 34789 w 8405408"/>
                <a:gd name="connsiteY25" fmla="*/ 593524 h 1832011"/>
                <a:gd name="connsiteX26" fmla="*/ 44920 w 8405408"/>
                <a:gd name="connsiteY26" fmla="*/ 569624 h 1832011"/>
                <a:gd name="connsiteX27" fmla="*/ 202638 w 8405408"/>
                <a:gd name="connsiteY27" fmla="*/ 0 h 1832011"/>
                <a:gd name="connsiteX28" fmla="*/ 151947 w 8405408"/>
                <a:gd name="connsiteY28" fmla="*/ 1027864 h 1832011"/>
                <a:gd name="connsiteX29" fmla="*/ 2373177 w 8405408"/>
                <a:gd name="connsiteY29" fmla="*/ 1242177 h 1832011"/>
                <a:gd name="connsiteX30" fmla="*/ 2373784 w 8405408"/>
                <a:gd name="connsiteY30" fmla="*/ 1244522 h 1832011"/>
                <a:gd name="connsiteX31" fmla="*/ 2430287 w 8405408"/>
                <a:gd name="connsiteY31" fmla="*/ 1228880 h 1832011"/>
                <a:gd name="connsiteX32" fmla="*/ 3312380 w 8405408"/>
                <a:gd name="connsiteY32" fmla="*/ 1020725 h 1832011"/>
                <a:gd name="connsiteX33" fmla="*/ 4225251 w 8405408"/>
                <a:gd name="connsiteY33" fmla="*/ 1024880 h 1832011"/>
                <a:gd name="connsiteX34" fmla="*/ 4449463 w 8405408"/>
                <a:gd name="connsiteY34" fmla="*/ 1442676 h 1832011"/>
                <a:gd name="connsiteX35" fmla="*/ 4643462 w 8405408"/>
                <a:gd name="connsiteY35" fmla="*/ 1762727 h 1832011"/>
                <a:gd name="connsiteX36" fmla="*/ 5393928 w 8405408"/>
                <a:gd name="connsiteY36" fmla="*/ 1222969 h 1832011"/>
                <a:gd name="connsiteX37" fmla="*/ 5693140 w 8405408"/>
                <a:gd name="connsiteY37" fmla="*/ 911291 h 1832011"/>
                <a:gd name="connsiteX38" fmla="*/ 6625404 w 8405408"/>
                <a:gd name="connsiteY38" fmla="*/ 311945 h 1832011"/>
                <a:gd name="connsiteX0" fmla="*/ 6625404 w 8405408"/>
                <a:gd name="connsiteY0" fmla="*/ 311945 h 1832011"/>
                <a:gd name="connsiteX1" fmla="*/ 6637871 w 8405408"/>
                <a:gd name="connsiteY1" fmla="*/ 311945 h 1832011"/>
                <a:gd name="connsiteX2" fmla="*/ 7074069 w 8405408"/>
                <a:gd name="connsiteY2" fmla="*/ 887239 h 1832011"/>
                <a:gd name="connsiteX3" fmla="*/ 7233523 w 8405408"/>
                <a:gd name="connsiteY3" fmla="*/ 1211425 h 1832011"/>
                <a:gd name="connsiteX4" fmla="*/ 8360770 w 8405408"/>
                <a:gd name="connsiteY4" fmla="*/ 977767 h 1832011"/>
                <a:gd name="connsiteX5" fmla="*/ 8405408 w 8405408"/>
                <a:gd name="connsiteY5" fmla="*/ 1026357 h 1832011"/>
                <a:gd name="connsiteX6" fmla="*/ 7223365 w 8405408"/>
                <a:gd name="connsiteY6" fmla="*/ 1270990 h 1832011"/>
                <a:gd name="connsiteX7" fmla="*/ 7034973 w 8405408"/>
                <a:gd name="connsiteY7" fmla="*/ 911752 h 1832011"/>
                <a:gd name="connsiteX8" fmla="*/ 6636948 w 8405408"/>
                <a:gd name="connsiteY8" fmla="*/ 372434 h 1832011"/>
                <a:gd name="connsiteX9" fmla="*/ 6625866 w 8405408"/>
                <a:gd name="connsiteY9" fmla="*/ 372434 h 1832011"/>
                <a:gd name="connsiteX10" fmla="*/ 5737005 w 8405408"/>
                <a:gd name="connsiteY10" fmla="*/ 952848 h 1832011"/>
                <a:gd name="connsiteX11" fmla="*/ 5608640 w 8405408"/>
                <a:gd name="connsiteY11" fmla="*/ 1084445 h 1832011"/>
                <a:gd name="connsiteX12" fmla="*/ 5438718 w 8405408"/>
                <a:gd name="connsiteY12" fmla="*/ 1263602 h 1832011"/>
                <a:gd name="connsiteX13" fmla="*/ 5049466 w 8405408"/>
                <a:gd name="connsiteY13" fmla="*/ 1654239 h 1832011"/>
                <a:gd name="connsiteX14" fmla="*/ 4692075 w 8405408"/>
                <a:gd name="connsiteY14" fmla="*/ 1832011 h 1832011"/>
                <a:gd name="connsiteX15" fmla="*/ 4649133 w 8405408"/>
                <a:gd name="connsiteY15" fmla="*/ 1827855 h 1832011"/>
                <a:gd name="connsiteX16" fmla="*/ 4417337 w 8405408"/>
                <a:gd name="connsiteY16" fmla="*/ 1484317 h 1832011"/>
                <a:gd name="connsiteX17" fmla="*/ 4191544 w 8405408"/>
                <a:gd name="connsiteY17" fmla="*/ 1074748 h 1832011"/>
                <a:gd name="connsiteX18" fmla="*/ 3323461 w 8405408"/>
                <a:gd name="connsiteY18" fmla="*/ 1079828 h 1832011"/>
                <a:gd name="connsiteX19" fmla="*/ 2372728 w 8405408"/>
                <a:gd name="connsiteY19" fmla="*/ 1307006 h 1832011"/>
                <a:gd name="connsiteX20" fmla="*/ 2354391 w 8405408"/>
                <a:gd name="connsiteY20" fmla="*/ 1304778 h 1832011"/>
                <a:gd name="connsiteX21" fmla="*/ 2138132 w 8405408"/>
                <a:gd name="connsiteY21" fmla="*/ 1352876 h 1832011"/>
                <a:gd name="connsiteX22" fmla="*/ 1329237 w 8405408"/>
                <a:gd name="connsiteY22" fmla="*/ 1426009 h 1832011"/>
                <a:gd name="connsiteX23" fmla="*/ 1021579 w 8405408"/>
                <a:gd name="connsiteY23" fmla="*/ 1414579 h 1832011"/>
                <a:gd name="connsiteX24" fmla="*/ 102417 w 8405408"/>
                <a:gd name="connsiteY24" fmla="*/ 1054534 h 1832011"/>
                <a:gd name="connsiteX25" fmla="*/ 34789 w 8405408"/>
                <a:gd name="connsiteY25" fmla="*/ 593524 h 1832011"/>
                <a:gd name="connsiteX26" fmla="*/ 102881 w 8405408"/>
                <a:gd name="connsiteY26" fmla="*/ 97254 h 1832011"/>
                <a:gd name="connsiteX27" fmla="*/ 202638 w 8405408"/>
                <a:gd name="connsiteY27" fmla="*/ 0 h 1832011"/>
                <a:gd name="connsiteX28" fmla="*/ 151947 w 8405408"/>
                <a:gd name="connsiteY28" fmla="*/ 1027864 h 1832011"/>
                <a:gd name="connsiteX29" fmla="*/ 2373177 w 8405408"/>
                <a:gd name="connsiteY29" fmla="*/ 1242177 h 1832011"/>
                <a:gd name="connsiteX30" fmla="*/ 2373784 w 8405408"/>
                <a:gd name="connsiteY30" fmla="*/ 1244522 h 1832011"/>
                <a:gd name="connsiteX31" fmla="*/ 2430287 w 8405408"/>
                <a:gd name="connsiteY31" fmla="*/ 1228880 h 1832011"/>
                <a:gd name="connsiteX32" fmla="*/ 3312380 w 8405408"/>
                <a:gd name="connsiteY32" fmla="*/ 1020725 h 1832011"/>
                <a:gd name="connsiteX33" fmla="*/ 4225251 w 8405408"/>
                <a:gd name="connsiteY33" fmla="*/ 1024880 h 1832011"/>
                <a:gd name="connsiteX34" fmla="*/ 4449463 w 8405408"/>
                <a:gd name="connsiteY34" fmla="*/ 1442676 h 1832011"/>
                <a:gd name="connsiteX35" fmla="*/ 4643462 w 8405408"/>
                <a:gd name="connsiteY35" fmla="*/ 1762727 h 1832011"/>
                <a:gd name="connsiteX36" fmla="*/ 5393928 w 8405408"/>
                <a:gd name="connsiteY36" fmla="*/ 1222969 h 1832011"/>
                <a:gd name="connsiteX37" fmla="*/ 5693140 w 8405408"/>
                <a:gd name="connsiteY37" fmla="*/ 911291 h 1832011"/>
                <a:gd name="connsiteX38" fmla="*/ 6625404 w 8405408"/>
                <a:gd name="connsiteY38" fmla="*/ 311945 h 1832011"/>
                <a:gd name="connsiteX0" fmla="*/ 6697297 w 8477301"/>
                <a:gd name="connsiteY0" fmla="*/ 311945 h 1832011"/>
                <a:gd name="connsiteX1" fmla="*/ 6709764 w 8477301"/>
                <a:gd name="connsiteY1" fmla="*/ 311945 h 1832011"/>
                <a:gd name="connsiteX2" fmla="*/ 7145962 w 8477301"/>
                <a:gd name="connsiteY2" fmla="*/ 887239 h 1832011"/>
                <a:gd name="connsiteX3" fmla="*/ 7305416 w 8477301"/>
                <a:gd name="connsiteY3" fmla="*/ 1211425 h 1832011"/>
                <a:gd name="connsiteX4" fmla="*/ 8432663 w 8477301"/>
                <a:gd name="connsiteY4" fmla="*/ 977767 h 1832011"/>
                <a:gd name="connsiteX5" fmla="*/ 8477301 w 8477301"/>
                <a:gd name="connsiteY5" fmla="*/ 1026357 h 1832011"/>
                <a:gd name="connsiteX6" fmla="*/ 7295258 w 8477301"/>
                <a:gd name="connsiteY6" fmla="*/ 1270990 h 1832011"/>
                <a:gd name="connsiteX7" fmla="*/ 7106866 w 8477301"/>
                <a:gd name="connsiteY7" fmla="*/ 911752 h 1832011"/>
                <a:gd name="connsiteX8" fmla="*/ 6708841 w 8477301"/>
                <a:gd name="connsiteY8" fmla="*/ 372434 h 1832011"/>
                <a:gd name="connsiteX9" fmla="*/ 6697759 w 8477301"/>
                <a:gd name="connsiteY9" fmla="*/ 372434 h 1832011"/>
                <a:gd name="connsiteX10" fmla="*/ 5808898 w 8477301"/>
                <a:gd name="connsiteY10" fmla="*/ 952848 h 1832011"/>
                <a:gd name="connsiteX11" fmla="*/ 5680533 w 8477301"/>
                <a:gd name="connsiteY11" fmla="*/ 1084445 h 1832011"/>
                <a:gd name="connsiteX12" fmla="*/ 5510611 w 8477301"/>
                <a:gd name="connsiteY12" fmla="*/ 1263602 h 1832011"/>
                <a:gd name="connsiteX13" fmla="*/ 5121359 w 8477301"/>
                <a:gd name="connsiteY13" fmla="*/ 1654239 h 1832011"/>
                <a:gd name="connsiteX14" fmla="*/ 4763968 w 8477301"/>
                <a:gd name="connsiteY14" fmla="*/ 1832011 h 1832011"/>
                <a:gd name="connsiteX15" fmla="*/ 4721026 w 8477301"/>
                <a:gd name="connsiteY15" fmla="*/ 1827855 h 1832011"/>
                <a:gd name="connsiteX16" fmla="*/ 4489230 w 8477301"/>
                <a:gd name="connsiteY16" fmla="*/ 1484317 h 1832011"/>
                <a:gd name="connsiteX17" fmla="*/ 4263437 w 8477301"/>
                <a:gd name="connsiteY17" fmla="*/ 1074748 h 1832011"/>
                <a:gd name="connsiteX18" fmla="*/ 3395354 w 8477301"/>
                <a:gd name="connsiteY18" fmla="*/ 1079828 h 1832011"/>
                <a:gd name="connsiteX19" fmla="*/ 2444621 w 8477301"/>
                <a:gd name="connsiteY19" fmla="*/ 1307006 h 1832011"/>
                <a:gd name="connsiteX20" fmla="*/ 2426284 w 8477301"/>
                <a:gd name="connsiteY20" fmla="*/ 1304778 h 1832011"/>
                <a:gd name="connsiteX21" fmla="*/ 2210025 w 8477301"/>
                <a:gd name="connsiteY21" fmla="*/ 1352876 h 1832011"/>
                <a:gd name="connsiteX22" fmla="*/ 1401130 w 8477301"/>
                <a:gd name="connsiteY22" fmla="*/ 1426009 h 1832011"/>
                <a:gd name="connsiteX23" fmla="*/ 1093472 w 8477301"/>
                <a:gd name="connsiteY23" fmla="*/ 1414579 h 1832011"/>
                <a:gd name="connsiteX24" fmla="*/ 174310 w 8477301"/>
                <a:gd name="connsiteY24" fmla="*/ 1054534 h 1832011"/>
                <a:gd name="connsiteX25" fmla="*/ 10081 w 8477301"/>
                <a:gd name="connsiteY25" fmla="*/ 593524 h 1832011"/>
                <a:gd name="connsiteX26" fmla="*/ 174774 w 8477301"/>
                <a:gd name="connsiteY26" fmla="*/ 97254 h 1832011"/>
                <a:gd name="connsiteX27" fmla="*/ 274531 w 8477301"/>
                <a:gd name="connsiteY27" fmla="*/ 0 h 1832011"/>
                <a:gd name="connsiteX28" fmla="*/ 223840 w 8477301"/>
                <a:gd name="connsiteY28" fmla="*/ 1027864 h 1832011"/>
                <a:gd name="connsiteX29" fmla="*/ 2445070 w 8477301"/>
                <a:gd name="connsiteY29" fmla="*/ 1242177 h 1832011"/>
                <a:gd name="connsiteX30" fmla="*/ 2445677 w 8477301"/>
                <a:gd name="connsiteY30" fmla="*/ 1244522 h 1832011"/>
                <a:gd name="connsiteX31" fmla="*/ 2502180 w 8477301"/>
                <a:gd name="connsiteY31" fmla="*/ 1228880 h 1832011"/>
                <a:gd name="connsiteX32" fmla="*/ 3384273 w 8477301"/>
                <a:gd name="connsiteY32" fmla="*/ 1020725 h 1832011"/>
                <a:gd name="connsiteX33" fmla="*/ 4297144 w 8477301"/>
                <a:gd name="connsiteY33" fmla="*/ 1024880 h 1832011"/>
                <a:gd name="connsiteX34" fmla="*/ 4521356 w 8477301"/>
                <a:gd name="connsiteY34" fmla="*/ 1442676 h 1832011"/>
                <a:gd name="connsiteX35" fmla="*/ 4715355 w 8477301"/>
                <a:gd name="connsiteY35" fmla="*/ 1762727 h 1832011"/>
                <a:gd name="connsiteX36" fmla="*/ 5465821 w 8477301"/>
                <a:gd name="connsiteY36" fmla="*/ 1222969 h 1832011"/>
                <a:gd name="connsiteX37" fmla="*/ 5765033 w 8477301"/>
                <a:gd name="connsiteY37" fmla="*/ 911291 h 1832011"/>
                <a:gd name="connsiteX38" fmla="*/ 6697297 w 8477301"/>
                <a:gd name="connsiteY38" fmla="*/ 311945 h 1832011"/>
                <a:gd name="connsiteX0" fmla="*/ 6697297 w 8477301"/>
                <a:gd name="connsiteY0" fmla="*/ 311945 h 1832011"/>
                <a:gd name="connsiteX1" fmla="*/ 6709764 w 8477301"/>
                <a:gd name="connsiteY1" fmla="*/ 311945 h 1832011"/>
                <a:gd name="connsiteX2" fmla="*/ 7145962 w 8477301"/>
                <a:gd name="connsiteY2" fmla="*/ 887239 h 1832011"/>
                <a:gd name="connsiteX3" fmla="*/ 7305416 w 8477301"/>
                <a:gd name="connsiteY3" fmla="*/ 1211425 h 1832011"/>
                <a:gd name="connsiteX4" fmla="*/ 8432663 w 8477301"/>
                <a:gd name="connsiteY4" fmla="*/ 977767 h 1832011"/>
                <a:gd name="connsiteX5" fmla="*/ 8477301 w 8477301"/>
                <a:gd name="connsiteY5" fmla="*/ 1026357 h 1832011"/>
                <a:gd name="connsiteX6" fmla="*/ 7295258 w 8477301"/>
                <a:gd name="connsiteY6" fmla="*/ 1270990 h 1832011"/>
                <a:gd name="connsiteX7" fmla="*/ 7106866 w 8477301"/>
                <a:gd name="connsiteY7" fmla="*/ 911752 h 1832011"/>
                <a:gd name="connsiteX8" fmla="*/ 6708841 w 8477301"/>
                <a:gd name="connsiteY8" fmla="*/ 372434 h 1832011"/>
                <a:gd name="connsiteX9" fmla="*/ 6697759 w 8477301"/>
                <a:gd name="connsiteY9" fmla="*/ 372434 h 1832011"/>
                <a:gd name="connsiteX10" fmla="*/ 5808898 w 8477301"/>
                <a:gd name="connsiteY10" fmla="*/ 952848 h 1832011"/>
                <a:gd name="connsiteX11" fmla="*/ 5680533 w 8477301"/>
                <a:gd name="connsiteY11" fmla="*/ 1084445 h 1832011"/>
                <a:gd name="connsiteX12" fmla="*/ 5510611 w 8477301"/>
                <a:gd name="connsiteY12" fmla="*/ 1263602 h 1832011"/>
                <a:gd name="connsiteX13" fmla="*/ 5121359 w 8477301"/>
                <a:gd name="connsiteY13" fmla="*/ 1654239 h 1832011"/>
                <a:gd name="connsiteX14" fmla="*/ 4763968 w 8477301"/>
                <a:gd name="connsiteY14" fmla="*/ 1832011 h 1832011"/>
                <a:gd name="connsiteX15" fmla="*/ 4721026 w 8477301"/>
                <a:gd name="connsiteY15" fmla="*/ 1827855 h 1832011"/>
                <a:gd name="connsiteX16" fmla="*/ 4489230 w 8477301"/>
                <a:gd name="connsiteY16" fmla="*/ 1484317 h 1832011"/>
                <a:gd name="connsiteX17" fmla="*/ 4263437 w 8477301"/>
                <a:gd name="connsiteY17" fmla="*/ 1074748 h 1832011"/>
                <a:gd name="connsiteX18" fmla="*/ 3395354 w 8477301"/>
                <a:gd name="connsiteY18" fmla="*/ 1079828 h 1832011"/>
                <a:gd name="connsiteX19" fmla="*/ 2444621 w 8477301"/>
                <a:gd name="connsiteY19" fmla="*/ 1307006 h 1832011"/>
                <a:gd name="connsiteX20" fmla="*/ 2426284 w 8477301"/>
                <a:gd name="connsiteY20" fmla="*/ 1304778 h 1832011"/>
                <a:gd name="connsiteX21" fmla="*/ 2210025 w 8477301"/>
                <a:gd name="connsiteY21" fmla="*/ 1352876 h 1832011"/>
                <a:gd name="connsiteX22" fmla="*/ 1401130 w 8477301"/>
                <a:gd name="connsiteY22" fmla="*/ 1426009 h 1832011"/>
                <a:gd name="connsiteX23" fmla="*/ 1093472 w 8477301"/>
                <a:gd name="connsiteY23" fmla="*/ 1414579 h 1832011"/>
                <a:gd name="connsiteX24" fmla="*/ 174310 w 8477301"/>
                <a:gd name="connsiteY24" fmla="*/ 1054534 h 1832011"/>
                <a:gd name="connsiteX25" fmla="*/ 10081 w 8477301"/>
                <a:gd name="connsiteY25" fmla="*/ 593524 h 1832011"/>
                <a:gd name="connsiteX26" fmla="*/ 174774 w 8477301"/>
                <a:gd name="connsiteY26" fmla="*/ 97254 h 1832011"/>
                <a:gd name="connsiteX27" fmla="*/ 274531 w 8477301"/>
                <a:gd name="connsiteY27" fmla="*/ 0 h 1832011"/>
                <a:gd name="connsiteX28" fmla="*/ 223840 w 8477301"/>
                <a:gd name="connsiteY28" fmla="*/ 1027864 h 1832011"/>
                <a:gd name="connsiteX29" fmla="*/ 2445070 w 8477301"/>
                <a:gd name="connsiteY29" fmla="*/ 1242177 h 1832011"/>
                <a:gd name="connsiteX30" fmla="*/ 2445677 w 8477301"/>
                <a:gd name="connsiteY30" fmla="*/ 1244522 h 1832011"/>
                <a:gd name="connsiteX31" fmla="*/ 2502180 w 8477301"/>
                <a:gd name="connsiteY31" fmla="*/ 1228880 h 1832011"/>
                <a:gd name="connsiteX32" fmla="*/ 3384273 w 8477301"/>
                <a:gd name="connsiteY32" fmla="*/ 1020725 h 1832011"/>
                <a:gd name="connsiteX33" fmla="*/ 4297144 w 8477301"/>
                <a:gd name="connsiteY33" fmla="*/ 1024880 h 1832011"/>
                <a:gd name="connsiteX34" fmla="*/ 4521356 w 8477301"/>
                <a:gd name="connsiteY34" fmla="*/ 1442676 h 1832011"/>
                <a:gd name="connsiteX35" fmla="*/ 4715355 w 8477301"/>
                <a:gd name="connsiteY35" fmla="*/ 1762727 h 1832011"/>
                <a:gd name="connsiteX36" fmla="*/ 5465821 w 8477301"/>
                <a:gd name="connsiteY36" fmla="*/ 1222969 h 1832011"/>
                <a:gd name="connsiteX37" fmla="*/ 5765033 w 8477301"/>
                <a:gd name="connsiteY37" fmla="*/ 911291 h 1832011"/>
                <a:gd name="connsiteX38" fmla="*/ 6697297 w 8477301"/>
                <a:gd name="connsiteY38" fmla="*/ 311945 h 1832011"/>
                <a:gd name="connsiteX0" fmla="*/ 6702701 w 8482705"/>
                <a:gd name="connsiteY0" fmla="*/ 311945 h 1832011"/>
                <a:gd name="connsiteX1" fmla="*/ 6715168 w 8482705"/>
                <a:gd name="connsiteY1" fmla="*/ 311945 h 1832011"/>
                <a:gd name="connsiteX2" fmla="*/ 7151366 w 8482705"/>
                <a:gd name="connsiteY2" fmla="*/ 887239 h 1832011"/>
                <a:gd name="connsiteX3" fmla="*/ 7310820 w 8482705"/>
                <a:gd name="connsiteY3" fmla="*/ 1211425 h 1832011"/>
                <a:gd name="connsiteX4" fmla="*/ 8438067 w 8482705"/>
                <a:gd name="connsiteY4" fmla="*/ 977767 h 1832011"/>
                <a:gd name="connsiteX5" fmla="*/ 8482705 w 8482705"/>
                <a:gd name="connsiteY5" fmla="*/ 1026357 h 1832011"/>
                <a:gd name="connsiteX6" fmla="*/ 7300662 w 8482705"/>
                <a:gd name="connsiteY6" fmla="*/ 1270990 h 1832011"/>
                <a:gd name="connsiteX7" fmla="*/ 7112270 w 8482705"/>
                <a:gd name="connsiteY7" fmla="*/ 911752 h 1832011"/>
                <a:gd name="connsiteX8" fmla="*/ 6714245 w 8482705"/>
                <a:gd name="connsiteY8" fmla="*/ 372434 h 1832011"/>
                <a:gd name="connsiteX9" fmla="*/ 6703163 w 8482705"/>
                <a:gd name="connsiteY9" fmla="*/ 372434 h 1832011"/>
                <a:gd name="connsiteX10" fmla="*/ 5814302 w 8482705"/>
                <a:gd name="connsiteY10" fmla="*/ 952848 h 1832011"/>
                <a:gd name="connsiteX11" fmla="*/ 5685937 w 8482705"/>
                <a:gd name="connsiteY11" fmla="*/ 1084445 h 1832011"/>
                <a:gd name="connsiteX12" fmla="*/ 5516015 w 8482705"/>
                <a:gd name="connsiteY12" fmla="*/ 1263602 h 1832011"/>
                <a:gd name="connsiteX13" fmla="*/ 5126763 w 8482705"/>
                <a:gd name="connsiteY13" fmla="*/ 1654239 h 1832011"/>
                <a:gd name="connsiteX14" fmla="*/ 4769372 w 8482705"/>
                <a:gd name="connsiteY14" fmla="*/ 1832011 h 1832011"/>
                <a:gd name="connsiteX15" fmla="*/ 4726430 w 8482705"/>
                <a:gd name="connsiteY15" fmla="*/ 1827855 h 1832011"/>
                <a:gd name="connsiteX16" fmla="*/ 4494634 w 8482705"/>
                <a:gd name="connsiteY16" fmla="*/ 1484317 h 1832011"/>
                <a:gd name="connsiteX17" fmla="*/ 4268841 w 8482705"/>
                <a:gd name="connsiteY17" fmla="*/ 1074748 h 1832011"/>
                <a:gd name="connsiteX18" fmla="*/ 3400758 w 8482705"/>
                <a:gd name="connsiteY18" fmla="*/ 1079828 h 1832011"/>
                <a:gd name="connsiteX19" fmla="*/ 2450025 w 8482705"/>
                <a:gd name="connsiteY19" fmla="*/ 1307006 h 1832011"/>
                <a:gd name="connsiteX20" fmla="*/ 2431688 w 8482705"/>
                <a:gd name="connsiteY20" fmla="*/ 1304778 h 1832011"/>
                <a:gd name="connsiteX21" fmla="*/ 2215429 w 8482705"/>
                <a:gd name="connsiteY21" fmla="*/ 1352876 h 1832011"/>
                <a:gd name="connsiteX22" fmla="*/ 1406534 w 8482705"/>
                <a:gd name="connsiteY22" fmla="*/ 1426009 h 1832011"/>
                <a:gd name="connsiteX23" fmla="*/ 1098876 w 8482705"/>
                <a:gd name="connsiteY23" fmla="*/ 1414579 h 1832011"/>
                <a:gd name="connsiteX24" fmla="*/ 121753 w 8482705"/>
                <a:gd name="connsiteY24" fmla="*/ 1068426 h 1832011"/>
                <a:gd name="connsiteX25" fmla="*/ 15485 w 8482705"/>
                <a:gd name="connsiteY25" fmla="*/ 593524 h 1832011"/>
                <a:gd name="connsiteX26" fmla="*/ 180178 w 8482705"/>
                <a:gd name="connsiteY26" fmla="*/ 97254 h 1832011"/>
                <a:gd name="connsiteX27" fmla="*/ 279935 w 8482705"/>
                <a:gd name="connsiteY27" fmla="*/ 0 h 1832011"/>
                <a:gd name="connsiteX28" fmla="*/ 229244 w 8482705"/>
                <a:gd name="connsiteY28" fmla="*/ 1027864 h 1832011"/>
                <a:gd name="connsiteX29" fmla="*/ 2450474 w 8482705"/>
                <a:gd name="connsiteY29" fmla="*/ 1242177 h 1832011"/>
                <a:gd name="connsiteX30" fmla="*/ 2451081 w 8482705"/>
                <a:gd name="connsiteY30" fmla="*/ 1244522 h 1832011"/>
                <a:gd name="connsiteX31" fmla="*/ 2507584 w 8482705"/>
                <a:gd name="connsiteY31" fmla="*/ 1228880 h 1832011"/>
                <a:gd name="connsiteX32" fmla="*/ 3389677 w 8482705"/>
                <a:gd name="connsiteY32" fmla="*/ 1020725 h 1832011"/>
                <a:gd name="connsiteX33" fmla="*/ 4302548 w 8482705"/>
                <a:gd name="connsiteY33" fmla="*/ 1024880 h 1832011"/>
                <a:gd name="connsiteX34" fmla="*/ 4526760 w 8482705"/>
                <a:gd name="connsiteY34" fmla="*/ 1442676 h 1832011"/>
                <a:gd name="connsiteX35" fmla="*/ 4720759 w 8482705"/>
                <a:gd name="connsiteY35" fmla="*/ 1762727 h 1832011"/>
                <a:gd name="connsiteX36" fmla="*/ 5471225 w 8482705"/>
                <a:gd name="connsiteY36" fmla="*/ 1222969 h 1832011"/>
                <a:gd name="connsiteX37" fmla="*/ 5770437 w 8482705"/>
                <a:gd name="connsiteY37" fmla="*/ 911291 h 1832011"/>
                <a:gd name="connsiteX38" fmla="*/ 6702701 w 8482705"/>
                <a:gd name="connsiteY38" fmla="*/ 311945 h 1832011"/>
                <a:gd name="connsiteX0" fmla="*/ 6702701 w 8482705"/>
                <a:gd name="connsiteY0" fmla="*/ 311945 h 1832011"/>
                <a:gd name="connsiteX1" fmla="*/ 6715168 w 8482705"/>
                <a:gd name="connsiteY1" fmla="*/ 311945 h 1832011"/>
                <a:gd name="connsiteX2" fmla="*/ 7151366 w 8482705"/>
                <a:gd name="connsiteY2" fmla="*/ 887239 h 1832011"/>
                <a:gd name="connsiteX3" fmla="*/ 7310820 w 8482705"/>
                <a:gd name="connsiteY3" fmla="*/ 1211425 h 1832011"/>
                <a:gd name="connsiteX4" fmla="*/ 8438067 w 8482705"/>
                <a:gd name="connsiteY4" fmla="*/ 977767 h 1832011"/>
                <a:gd name="connsiteX5" fmla="*/ 8482705 w 8482705"/>
                <a:gd name="connsiteY5" fmla="*/ 1026357 h 1832011"/>
                <a:gd name="connsiteX6" fmla="*/ 7300662 w 8482705"/>
                <a:gd name="connsiteY6" fmla="*/ 1270990 h 1832011"/>
                <a:gd name="connsiteX7" fmla="*/ 7112270 w 8482705"/>
                <a:gd name="connsiteY7" fmla="*/ 911752 h 1832011"/>
                <a:gd name="connsiteX8" fmla="*/ 6714245 w 8482705"/>
                <a:gd name="connsiteY8" fmla="*/ 372434 h 1832011"/>
                <a:gd name="connsiteX9" fmla="*/ 6703163 w 8482705"/>
                <a:gd name="connsiteY9" fmla="*/ 372434 h 1832011"/>
                <a:gd name="connsiteX10" fmla="*/ 5814302 w 8482705"/>
                <a:gd name="connsiteY10" fmla="*/ 952848 h 1832011"/>
                <a:gd name="connsiteX11" fmla="*/ 5685937 w 8482705"/>
                <a:gd name="connsiteY11" fmla="*/ 1084445 h 1832011"/>
                <a:gd name="connsiteX12" fmla="*/ 5516015 w 8482705"/>
                <a:gd name="connsiteY12" fmla="*/ 1263602 h 1832011"/>
                <a:gd name="connsiteX13" fmla="*/ 5126763 w 8482705"/>
                <a:gd name="connsiteY13" fmla="*/ 1654239 h 1832011"/>
                <a:gd name="connsiteX14" fmla="*/ 4769372 w 8482705"/>
                <a:gd name="connsiteY14" fmla="*/ 1832011 h 1832011"/>
                <a:gd name="connsiteX15" fmla="*/ 4726430 w 8482705"/>
                <a:gd name="connsiteY15" fmla="*/ 1827855 h 1832011"/>
                <a:gd name="connsiteX16" fmla="*/ 4494634 w 8482705"/>
                <a:gd name="connsiteY16" fmla="*/ 1484317 h 1832011"/>
                <a:gd name="connsiteX17" fmla="*/ 4268841 w 8482705"/>
                <a:gd name="connsiteY17" fmla="*/ 1074748 h 1832011"/>
                <a:gd name="connsiteX18" fmla="*/ 3400758 w 8482705"/>
                <a:gd name="connsiteY18" fmla="*/ 1079828 h 1832011"/>
                <a:gd name="connsiteX19" fmla="*/ 2450025 w 8482705"/>
                <a:gd name="connsiteY19" fmla="*/ 1307006 h 1832011"/>
                <a:gd name="connsiteX20" fmla="*/ 2431688 w 8482705"/>
                <a:gd name="connsiteY20" fmla="*/ 1304778 h 1832011"/>
                <a:gd name="connsiteX21" fmla="*/ 2215429 w 8482705"/>
                <a:gd name="connsiteY21" fmla="*/ 1352876 h 1832011"/>
                <a:gd name="connsiteX22" fmla="*/ 1406534 w 8482705"/>
                <a:gd name="connsiteY22" fmla="*/ 1426009 h 1832011"/>
                <a:gd name="connsiteX23" fmla="*/ 1098876 w 8482705"/>
                <a:gd name="connsiteY23" fmla="*/ 1414579 h 1832011"/>
                <a:gd name="connsiteX24" fmla="*/ 121753 w 8482705"/>
                <a:gd name="connsiteY24" fmla="*/ 1068426 h 1832011"/>
                <a:gd name="connsiteX25" fmla="*/ 15485 w 8482705"/>
                <a:gd name="connsiteY25" fmla="*/ 593524 h 1832011"/>
                <a:gd name="connsiteX26" fmla="*/ 180178 w 8482705"/>
                <a:gd name="connsiteY26" fmla="*/ 97254 h 1832011"/>
                <a:gd name="connsiteX27" fmla="*/ 279935 w 8482705"/>
                <a:gd name="connsiteY27" fmla="*/ 0 h 1832011"/>
                <a:gd name="connsiteX28" fmla="*/ 229244 w 8482705"/>
                <a:gd name="connsiteY28" fmla="*/ 1027864 h 1832011"/>
                <a:gd name="connsiteX29" fmla="*/ 2450474 w 8482705"/>
                <a:gd name="connsiteY29" fmla="*/ 1242177 h 1832011"/>
                <a:gd name="connsiteX30" fmla="*/ 2451081 w 8482705"/>
                <a:gd name="connsiteY30" fmla="*/ 1244522 h 1832011"/>
                <a:gd name="connsiteX31" fmla="*/ 2507584 w 8482705"/>
                <a:gd name="connsiteY31" fmla="*/ 1228880 h 1832011"/>
                <a:gd name="connsiteX32" fmla="*/ 3389677 w 8482705"/>
                <a:gd name="connsiteY32" fmla="*/ 1020725 h 1832011"/>
                <a:gd name="connsiteX33" fmla="*/ 4302548 w 8482705"/>
                <a:gd name="connsiteY33" fmla="*/ 1024880 h 1832011"/>
                <a:gd name="connsiteX34" fmla="*/ 4526760 w 8482705"/>
                <a:gd name="connsiteY34" fmla="*/ 1442676 h 1832011"/>
                <a:gd name="connsiteX35" fmla="*/ 4720759 w 8482705"/>
                <a:gd name="connsiteY35" fmla="*/ 1762727 h 1832011"/>
                <a:gd name="connsiteX36" fmla="*/ 5471225 w 8482705"/>
                <a:gd name="connsiteY36" fmla="*/ 1222969 h 1832011"/>
                <a:gd name="connsiteX37" fmla="*/ 5770437 w 8482705"/>
                <a:gd name="connsiteY37" fmla="*/ 911291 h 1832011"/>
                <a:gd name="connsiteX38" fmla="*/ 6702701 w 8482705"/>
                <a:gd name="connsiteY38" fmla="*/ 311945 h 1832011"/>
                <a:gd name="connsiteX0" fmla="*/ 6702701 w 8482705"/>
                <a:gd name="connsiteY0" fmla="*/ 311945 h 1832011"/>
                <a:gd name="connsiteX1" fmla="*/ 6715168 w 8482705"/>
                <a:gd name="connsiteY1" fmla="*/ 311945 h 1832011"/>
                <a:gd name="connsiteX2" fmla="*/ 7151366 w 8482705"/>
                <a:gd name="connsiteY2" fmla="*/ 887239 h 1832011"/>
                <a:gd name="connsiteX3" fmla="*/ 7310820 w 8482705"/>
                <a:gd name="connsiteY3" fmla="*/ 1211425 h 1832011"/>
                <a:gd name="connsiteX4" fmla="*/ 8438067 w 8482705"/>
                <a:gd name="connsiteY4" fmla="*/ 977767 h 1832011"/>
                <a:gd name="connsiteX5" fmla="*/ 8482705 w 8482705"/>
                <a:gd name="connsiteY5" fmla="*/ 1026357 h 1832011"/>
                <a:gd name="connsiteX6" fmla="*/ 7300662 w 8482705"/>
                <a:gd name="connsiteY6" fmla="*/ 1270990 h 1832011"/>
                <a:gd name="connsiteX7" fmla="*/ 7112270 w 8482705"/>
                <a:gd name="connsiteY7" fmla="*/ 911752 h 1832011"/>
                <a:gd name="connsiteX8" fmla="*/ 6714245 w 8482705"/>
                <a:gd name="connsiteY8" fmla="*/ 372434 h 1832011"/>
                <a:gd name="connsiteX9" fmla="*/ 6703163 w 8482705"/>
                <a:gd name="connsiteY9" fmla="*/ 372434 h 1832011"/>
                <a:gd name="connsiteX10" fmla="*/ 5814302 w 8482705"/>
                <a:gd name="connsiteY10" fmla="*/ 952848 h 1832011"/>
                <a:gd name="connsiteX11" fmla="*/ 5685937 w 8482705"/>
                <a:gd name="connsiteY11" fmla="*/ 1084445 h 1832011"/>
                <a:gd name="connsiteX12" fmla="*/ 5516015 w 8482705"/>
                <a:gd name="connsiteY12" fmla="*/ 1263602 h 1832011"/>
                <a:gd name="connsiteX13" fmla="*/ 5126763 w 8482705"/>
                <a:gd name="connsiteY13" fmla="*/ 1654239 h 1832011"/>
                <a:gd name="connsiteX14" fmla="*/ 4769372 w 8482705"/>
                <a:gd name="connsiteY14" fmla="*/ 1832011 h 1832011"/>
                <a:gd name="connsiteX15" fmla="*/ 4726430 w 8482705"/>
                <a:gd name="connsiteY15" fmla="*/ 1827855 h 1832011"/>
                <a:gd name="connsiteX16" fmla="*/ 4494634 w 8482705"/>
                <a:gd name="connsiteY16" fmla="*/ 1484317 h 1832011"/>
                <a:gd name="connsiteX17" fmla="*/ 4268841 w 8482705"/>
                <a:gd name="connsiteY17" fmla="*/ 1074748 h 1832011"/>
                <a:gd name="connsiteX18" fmla="*/ 3400758 w 8482705"/>
                <a:gd name="connsiteY18" fmla="*/ 1079828 h 1832011"/>
                <a:gd name="connsiteX19" fmla="*/ 2450025 w 8482705"/>
                <a:gd name="connsiteY19" fmla="*/ 1307006 h 1832011"/>
                <a:gd name="connsiteX20" fmla="*/ 2431688 w 8482705"/>
                <a:gd name="connsiteY20" fmla="*/ 1304778 h 1832011"/>
                <a:gd name="connsiteX21" fmla="*/ 2215429 w 8482705"/>
                <a:gd name="connsiteY21" fmla="*/ 1352876 h 1832011"/>
                <a:gd name="connsiteX22" fmla="*/ 1406534 w 8482705"/>
                <a:gd name="connsiteY22" fmla="*/ 1426009 h 1832011"/>
                <a:gd name="connsiteX23" fmla="*/ 1098876 w 8482705"/>
                <a:gd name="connsiteY23" fmla="*/ 1414579 h 1832011"/>
                <a:gd name="connsiteX24" fmla="*/ 121753 w 8482705"/>
                <a:gd name="connsiteY24" fmla="*/ 1068426 h 1832011"/>
                <a:gd name="connsiteX25" fmla="*/ 15485 w 8482705"/>
                <a:gd name="connsiteY25" fmla="*/ 593524 h 1832011"/>
                <a:gd name="connsiteX26" fmla="*/ 180178 w 8482705"/>
                <a:gd name="connsiteY26" fmla="*/ 97254 h 1832011"/>
                <a:gd name="connsiteX27" fmla="*/ 279935 w 8482705"/>
                <a:gd name="connsiteY27" fmla="*/ 0 h 1832011"/>
                <a:gd name="connsiteX28" fmla="*/ 229244 w 8482705"/>
                <a:gd name="connsiteY28" fmla="*/ 1027864 h 1832011"/>
                <a:gd name="connsiteX29" fmla="*/ 2450474 w 8482705"/>
                <a:gd name="connsiteY29" fmla="*/ 1242177 h 1832011"/>
                <a:gd name="connsiteX30" fmla="*/ 2451081 w 8482705"/>
                <a:gd name="connsiteY30" fmla="*/ 1244522 h 1832011"/>
                <a:gd name="connsiteX31" fmla="*/ 2507584 w 8482705"/>
                <a:gd name="connsiteY31" fmla="*/ 1228880 h 1832011"/>
                <a:gd name="connsiteX32" fmla="*/ 3389677 w 8482705"/>
                <a:gd name="connsiteY32" fmla="*/ 1020725 h 1832011"/>
                <a:gd name="connsiteX33" fmla="*/ 4302548 w 8482705"/>
                <a:gd name="connsiteY33" fmla="*/ 1024880 h 1832011"/>
                <a:gd name="connsiteX34" fmla="*/ 4526760 w 8482705"/>
                <a:gd name="connsiteY34" fmla="*/ 1442676 h 1832011"/>
                <a:gd name="connsiteX35" fmla="*/ 4720759 w 8482705"/>
                <a:gd name="connsiteY35" fmla="*/ 1762727 h 1832011"/>
                <a:gd name="connsiteX36" fmla="*/ 5471225 w 8482705"/>
                <a:gd name="connsiteY36" fmla="*/ 1222969 h 1832011"/>
                <a:gd name="connsiteX37" fmla="*/ 5770437 w 8482705"/>
                <a:gd name="connsiteY37" fmla="*/ 911291 h 1832011"/>
                <a:gd name="connsiteX38" fmla="*/ 6702701 w 8482705"/>
                <a:gd name="connsiteY38" fmla="*/ 311945 h 1832011"/>
                <a:gd name="connsiteX0" fmla="*/ 6702701 w 8482705"/>
                <a:gd name="connsiteY0" fmla="*/ 214691 h 1734757"/>
                <a:gd name="connsiteX1" fmla="*/ 6715168 w 8482705"/>
                <a:gd name="connsiteY1" fmla="*/ 214691 h 1734757"/>
                <a:gd name="connsiteX2" fmla="*/ 7151366 w 8482705"/>
                <a:gd name="connsiteY2" fmla="*/ 789985 h 1734757"/>
                <a:gd name="connsiteX3" fmla="*/ 7310820 w 8482705"/>
                <a:gd name="connsiteY3" fmla="*/ 1114171 h 1734757"/>
                <a:gd name="connsiteX4" fmla="*/ 8438067 w 8482705"/>
                <a:gd name="connsiteY4" fmla="*/ 880513 h 1734757"/>
                <a:gd name="connsiteX5" fmla="*/ 8482705 w 8482705"/>
                <a:gd name="connsiteY5" fmla="*/ 929103 h 1734757"/>
                <a:gd name="connsiteX6" fmla="*/ 7300662 w 8482705"/>
                <a:gd name="connsiteY6" fmla="*/ 1173736 h 1734757"/>
                <a:gd name="connsiteX7" fmla="*/ 7112270 w 8482705"/>
                <a:gd name="connsiteY7" fmla="*/ 814498 h 1734757"/>
                <a:gd name="connsiteX8" fmla="*/ 6714245 w 8482705"/>
                <a:gd name="connsiteY8" fmla="*/ 275180 h 1734757"/>
                <a:gd name="connsiteX9" fmla="*/ 6703163 w 8482705"/>
                <a:gd name="connsiteY9" fmla="*/ 275180 h 1734757"/>
                <a:gd name="connsiteX10" fmla="*/ 5814302 w 8482705"/>
                <a:gd name="connsiteY10" fmla="*/ 855594 h 1734757"/>
                <a:gd name="connsiteX11" fmla="*/ 5685937 w 8482705"/>
                <a:gd name="connsiteY11" fmla="*/ 987191 h 1734757"/>
                <a:gd name="connsiteX12" fmla="*/ 5516015 w 8482705"/>
                <a:gd name="connsiteY12" fmla="*/ 1166348 h 1734757"/>
                <a:gd name="connsiteX13" fmla="*/ 5126763 w 8482705"/>
                <a:gd name="connsiteY13" fmla="*/ 1556985 h 1734757"/>
                <a:gd name="connsiteX14" fmla="*/ 4769372 w 8482705"/>
                <a:gd name="connsiteY14" fmla="*/ 1734757 h 1734757"/>
                <a:gd name="connsiteX15" fmla="*/ 4726430 w 8482705"/>
                <a:gd name="connsiteY15" fmla="*/ 1730601 h 1734757"/>
                <a:gd name="connsiteX16" fmla="*/ 4494634 w 8482705"/>
                <a:gd name="connsiteY16" fmla="*/ 1387063 h 1734757"/>
                <a:gd name="connsiteX17" fmla="*/ 4268841 w 8482705"/>
                <a:gd name="connsiteY17" fmla="*/ 977494 h 1734757"/>
                <a:gd name="connsiteX18" fmla="*/ 3400758 w 8482705"/>
                <a:gd name="connsiteY18" fmla="*/ 982574 h 1734757"/>
                <a:gd name="connsiteX19" fmla="*/ 2450025 w 8482705"/>
                <a:gd name="connsiteY19" fmla="*/ 1209752 h 1734757"/>
                <a:gd name="connsiteX20" fmla="*/ 2431688 w 8482705"/>
                <a:gd name="connsiteY20" fmla="*/ 1207524 h 1734757"/>
                <a:gd name="connsiteX21" fmla="*/ 2215429 w 8482705"/>
                <a:gd name="connsiteY21" fmla="*/ 1255622 h 1734757"/>
                <a:gd name="connsiteX22" fmla="*/ 1406534 w 8482705"/>
                <a:gd name="connsiteY22" fmla="*/ 1328755 h 1734757"/>
                <a:gd name="connsiteX23" fmla="*/ 1098876 w 8482705"/>
                <a:gd name="connsiteY23" fmla="*/ 1317325 h 1734757"/>
                <a:gd name="connsiteX24" fmla="*/ 121753 w 8482705"/>
                <a:gd name="connsiteY24" fmla="*/ 971172 h 1734757"/>
                <a:gd name="connsiteX25" fmla="*/ 15485 w 8482705"/>
                <a:gd name="connsiteY25" fmla="*/ 496270 h 1734757"/>
                <a:gd name="connsiteX26" fmla="*/ 180178 w 8482705"/>
                <a:gd name="connsiteY26" fmla="*/ 0 h 1734757"/>
                <a:gd name="connsiteX27" fmla="*/ 254175 w 8482705"/>
                <a:gd name="connsiteY27" fmla="*/ 55572 h 1734757"/>
                <a:gd name="connsiteX28" fmla="*/ 229244 w 8482705"/>
                <a:gd name="connsiteY28" fmla="*/ 930610 h 1734757"/>
                <a:gd name="connsiteX29" fmla="*/ 2450474 w 8482705"/>
                <a:gd name="connsiteY29" fmla="*/ 1144923 h 1734757"/>
                <a:gd name="connsiteX30" fmla="*/ 2451081 w 8482705"/>
                <a:gd name="connsiteY30" fmla="*/ 1147268 h 1734757"/>
                <a:gd name="connsiteX31" fmla="*/ 2507584 w 8482705"/>
                <a:gd name="connsiteY31" fmla="*/ 1131626 h 1734757"/>
                <a:gd name="connsiteX32" fmla="*/ 3389677 w 8482705"/>
                <a:gd name="connsiteY32" fmla="*/ 923471 h 1734757"/>
                <a:gd name="connsiteX33" fmla="*/ 4302548 w 8482705"/>
                <a:gd name="connsiteY33" fmla="*/ 927626 h 1734757"/>
                <a:gd name="connsiteX34" fmla="*/ 4526760 w 8482705"/>
                <a:gd name="connsiteY34" fmla="*/ 1345422 h 1734757"/>
                <a:gd name="connsiteX35" fmla="*/ 4720759 w 8482705"/>
                <a:gd name="connsiteY35" fmla="*/ 1665473 h 1734757"/>
                <a:gd name="connsiteX36" fmla="*/ 5471225 w 8482705"/>
                <a:gd name="connsiteY36" fmla="*/ 1125715 h 1734757"/>
                <a:gd name="connsiteX37" fmla="*/ 5770437 w 8482705"/>
                <a:gd name="connsiteY37" fmla="*/ 814037 h 1734757"/>
                <a:gd name="connsiteX38" fmla="*/ 6702701 w 8482705"/>
                <a:gd name="connsiteY38" fmla="*/ 214691 h 1734757"/>
                <a:gd name="connsiteX0" fmla="*/ 6702701 w 8482705"/>
                <a:gd name="connsiteY0" fmla="*/ 214691 h 1734757"/>
                <a:gd name="connsiteX1" fmla="*/ 6715168 w 8482705"/>
                <a:gd name="connsiteY1" fmla="*/ 214691 h 1734757"/>
                <a:gd name="connsiteX2" fmla="*/ 7151366 w 8482705"/>
                <a:gd name="connsiteY2" fmla="*/ 789985 h 1734757"/>
                <a:gd name="connsiteX3" fmla="*/ 7310820 w 8482705"/>
                <a:gd name="connsiteY3" fmla="*/ 1114171 h 1734757"/>
                <a:gd name="connsiteX4" fmla="*/ 8438067 w 8482705"/>
                <a:gd name="connsiteY4" fmla="*/ 880513 h 1734757"/>
                <a:gd name="connsiteX5" fmla="*/ 8482705 w 8482705"/>
                <a:gd name="connsiteY5" fmla="*/ 929103 h 1734757"/>
                <a:gd name="connsiteX6" fmla="*/ 7300662 w 8482705"/>
                <a:gd name="connsiteY6" fmla="*/ 1173736 h 1734757"/>
                <a:gd name="connsiteX7" fmla="*/ 7112270 w 8482705"/>
                <a:gd name="connsiteY7" fmla="*/ 814498 h 1734757"/>
                <a:gd name="connsiteX8" fmla="*/ 6714245 w 8482705"/>
                <a:gd name="connsiteY8" fmla="*/ 275180 h 1734757"/>
                <a:gd name="connsiteX9" fmla="*/ 6703163 w 8482705"/>
                <a:gd name="connsiteY9" fmla="*/ 275180 h 1734757"/>
                <a:gd name="connsiteX10" fmla="*/ 5814302 w 8482705"/>
                <a:gd name="connsiteY10" fmla="*/ 855594 h 1734757"/>
                <a:gd name="connsiteX11" fmla="*/ 5685937 w 8482705"/>
                <a:gd name="connsiteY11" fmla="*/ 987191 h 1734757"/>
                <a:gd name="connsiteX12" fmla="*/ 5516015 w 8482705"/>
                <a:gd name="connsiteY12" fmla="*/ 1166348 h 1734757"/>
                <a:gd name="connsiteX13" fmla="*/ 5126763 w 8482705"/>
                <a:gd name="connsiteY13" fmla="*/ 1556985 h 1734757"/>
                <a:gd name="connsiteX14" fmla="*/ 4769372 w 8482705"/>
                <a:gd name="connsiteY14" fmla="*/ 1734757 h 1734757"/>
                <a:gd name="connsiteX15" fmla="*/ 4726430 w 8482705"/>
                <a:gd name="connsiteY15" fmla="*/ 1730601 h 1734757"/>
                <a:gd name="connsiteX16" fmla="*/ 4494634 w 8482705"/>
                <a:gd name="connsiteY16" fmla="*/ 1387063 h 1734757"/>
                <a:gd name="connsiteX17" fmla="*/ 4268841 w 8482705"/>
                <a:gd name="connsiteY17" fmla="*/ 977494 h 1734757"/>
                <a:gd name="connsiteX18" fmla="*/ 3400758 w 8482705"/>
                <a:gd name="connsiteY18" fmla="*/ 982574 h 1734757"/>
                <a:gd name="connsiteX19" fmla="*/ 2450025 w 8482705"/>
                <a:gd name="connsiteY19" fmla="*/ 1209752 h 1734757"/>
                <a:gd name="connsiteX20" fmla="*/ 2431688 w 8482705"/>
                <a:gd name="connsiteY20" fmla="*/ 1207524 h 1734757"/>
                <a:gd name="connsiteX21" fmla="*/ 2215429 w 8482705"/>
                <a:gd name="connsiteY21" fmla="*/ 1255622 h 1734757"/>
                <a:gd name="connsiteX22" fmla="*/ 1406534 w 8482705"/>
                <a:gd name="connsiteY22" fmla="*/ 1328755 h 1734757"/>
                <a:gd name="connsiteX23" fmla="*/ 1098876 w 8482705"/>
                <a:gd name="connsiteY23" fmla="*/ 1317325 h 1734757"/>
                <a:gd name="connsiteX24" fmla="*/ 121753 w 8482705"/>
                <a:gd name="connsiteY24" fmla="*/ 971172 h 1734757"/>
                <a:gd name="connsiteX25" fmla="*/ 15485 w 8482705"/>
                <a:gd name="connsiteY25" fmla="*/ 496270 h 1734757"/>
                <a:gd name="connsiteX26" fmla="*/ 180178 w 8482705"/>
                <a:gd name="connsiteY26" fmla="*/ 0 h 1734757"/>
                <a:gd name="connsiteX27" fmla="*/ 254175 w 8482705"/>
                <a:gd name="connsiteY27" fmla="*/ 55572 h 1734757"/>
                <a:gd name="connsiteX28" fmla="*/ 229244 w 8482705"/>
                <a:gd name="connsiteY28" fmla="*/ 930610 h 1734757"/>
                <a:gd name="connsiteX29" fmla="*/ 2450474 w 8482705"/>
                <a:gd name="connsiteY29" fmla="*/ 1144923 h 1734757"/>
                <a:gd name="connsiteX30" fmla="*/ 2451081 w 8482705"/>
                <a:gd name="connsiteY30" fmla="*/ 1147268 h 1734757"/>
                <a:gd name="connsiteX31" fmla="*/ 2507584 w 8482705"/>
                <a:gd name="connsiteY31" fmla="*/ 1131626 h 1734757"/>
                <a:gd name="connsiteX32" fmla="*/ 3389677 w 8482705"/>
                <a:gd name="connsiteY32" fmla="*/ 923471 h 1734757"/>
                <a:gd name="connsiteX33" fmla="*/ 4302548 w 8482705"/>
                <a:gd name="connsiteY33" fmla="*/ 927626 h 1734757"/>
                <a:gd name="connsiteX34" fmla="*/ 4526760 w 8482705"/>
                <a:gd name="connsiteY34" fmla="*/ 1345422 h 1734757"/>
                <a:gd name="connsiteX35" fmla="*/ 4720759 w 8482705"/>
                <a:gd name="connsiteY35" fmla="*/ 1665473 h 1734757"/>
                <a:gd name="connsiteX36" fmla="*/ 5471225 w 8482705"/>
                <a:gd name="connsiteY36" fmla="*/ 1125715 h 1734757"/>
                <a:gd name="connsiteX37" fmla="*/ 5770437 w 8482705"/>
                <a:gd name="connsiteY37" fmla="*/ 814037 h 1734757"/>
                <a:gd name="connsiteX38" fmla="*/ 6702701 w 8482705"/>
                <a:gd name="connsiteY38" fmla="*/ 214691 h 1734757"/>
                <a:gd name="connsiteX0" fmla="*/ 6702701 w 8482705"/>
                <a:gd name="connsiteY0" fmla="*/ 214691 h 1734757"/>
                <a:gd name="connsiteX1" fmla="*/ 6715168 w 8482705"/>
                <a:gd name="connsiteY1" fmla="*/ 214691 h 1734757"/>
                <a:gd name="connsiteX2" fmla="*/ 7151366 w 8482705"/>
                <a:gd name="connsiteY2" fmla="*/ 789985 h 1734757"/>
                <a:gd name="connsiteX3" fmla="*/ 7310820 w 8482705"/>
                <a:gd name="connsiteY3" fmla="*/ 1114171 h 1734757"/>
                <a:gd name="connsiteX4" fmla="*/ 8438067 w 8482705"/>
                <a:gd name="connsiteY4" fmla="*/ 880513 h 1734757"/>
                <a:gd name="connsiteX5" fmla="*/ 8482705 w 8482705"/>
                <a:gd name="connsiteY5" fmla="*/ 929103 h 1734757"/>
                <a:gd name="connsiteX6" fmla="*/ 7300662 w 8482705"/>
                <a:gd name="connsiteY6" fmla="*/ 1173736 h 1734757"/>
                <a:gd name="connsiteX7" fmla="*/ 7112270 w 8482705"/>
                <a:gd name="connsiteY7" fmla="*/ 814498 h 1734757"/>
                <a:gd name="connsiteX8" fmla="*/ 6714245 w 8482705"/>
                <a:gd name="connsiteY8" fmla="*/ 275180 h 1734757"/>
                <a:gd name="connsiteX9" fmla="*/ 6703163 w 8482705"/>
                <a:gd name="connsiteY9" fmla="*/ 275180 h 1734757"/>
                <a:gd name="connsiteX10" fmla="*/ 5814302 w 8482705"/>
                <a:gd name="connsiteY10" fmla="*/ 855594 h 1734757"/>
                <a:gd name="connsiteX11" fmla="*/ 5685937 w 8482705"/>
                <a:gd name="connsiteY11" fmla="*/ 987191 h 1734757"/>
                <a:gd name="connsiteX12" fmla="*/ 5516015 w 8482705"/>
                <a:gd name="connsiteY12" fmla="*/ 1166348 h 1734757"/>
                <a:gd name="connsiteX13" fmla="*/ 5126763 w 8482705"/>
                <a:gd name="connsiteY13" fmla="*/ 1556985 h 1734757"/>
                <a:gd name="connsiteX14" fmla="*/ 4769372 w 8482705"/>
                <a:gd name="connsiteY14" fmla="*/ 1734757 h 1734757"/>
                <a:gd name="connsiteX15" fmla="*/ 4726430 w 8482705"/>
                <a:gd name="connsiteY15" fmla="*/ 1730601 h 1734757"/>
                <a:gd name="connsiteX16" fmla="*/ 4494634 w 8482705"/>
                <a:gd name="connsiteY16" fmla="*/ 1387063 h 1734757"/>
                <a:gd name="connsiteX17" fmla="*/ 4268841 w 8482705"/>
                <a:gd name="connsiteY17" fmla="*/ 977494 h 1734757"/>
                <a:gd name="connsiteX18" fmla="*/ 3400758 w 8482705"/>
                <a:gd name="connsiteY18" fmla="*/ 982574 h 1734757"/>
                <a:gd name="connsiteX19" fmla="*/ 2450025 w 8482705"/>
                <a:gd name="connsiteY19" fmla="*/ 1209752 h 1734757"/>
                <a:gd name="connsiteX20" fmla="*/ 2431688 w 8482705"/>
                <a:gd name="connsiteY20" fmla="*/ 1207524 h 1734757"/>
                <a:gd name="connsiteX21" fmla="*/ 2215429 w 8482705"/>
                <a:gd name="connsiteY21" fmla="*/ 1255622 h 1734757"/>
                <a:gd name="connsiteX22" fmla="*/ 1406534 w 8482705"/>
                <a:gd name="connsiteY22" fmla="*/ 1328755 h 1734757"/>
                <a:gd name="connsiteX23" fmla="*/ 1098876 w 8482705"/>
                <a:gd name="connsiteY23" fmla="*/ 1317325 h 1734757"/>
                <a:gd name="connsiteX24" fmla="*/ 121753 w 8482705"/>
                <a:gd name="connsiteY24" fmla="*/ 971172 h 1734757"/>
                <a:gd name="connsiteX25" fmla="*/ 15485 w 8482705"/>
                <a:gd name="connsiteY25" fmla="*/ 496270 h 1734757"/>
                <a:gd name="connsiteX26" fmla="*/ 180178 w 8482705"/>
                <a:gd name="connsiteY26" fmla="*/ 0 h 1734757"/>
                <a:gd name="connsiteX27" fmla="*/ 254175 w 8482705"/>
                <a:gd name="connsiteY27" fmla="*/ 55572 h 1734757"/>
                <a:gd name="connsiteX28" fmla="*/ 229244 w 8482705"/>
                <a:gd name="connsiteY28" fmla="*/ 930610 h 1734757"/>
                <a:gd name="connsiteX29" fmla="*/ 2450474 w 8482705"/>
                <a:gd name="connsiteY29" fmla="*/ 1144923 h 1734757"/>
                <a:gd name="connsiteX30" fmla="*/ 2451081 w 8482705"/>
                <a:gd name="connsiteY30" fmla="*/ 1147268 h 1734757"/>
                <a:gd name="connsiteX31" fmla="*/ 2507584 w 8482705"/>
                <a:gd name="connsiteY31" fmla="*/ 1131626 h 1734757"/>
                <a:gd name="connsiteX32" fmla="*/ 3389677 w 8482705"/>
                <a:gd name="connsiteY32" fmla="*/ 923471 h 1734757"/>
                <a:gd name="connsiteX33" fmla="*/ 4302548 w 8482705"/>
                <a:gd name="connsiteY33" fmla="*/ 927626 h 1734757"/>
                <a:gd name="connsiteX34" fmla="*/ 4526760 w 8482705"/>
                <a:gd name="connsiteY34" fmla="*/ 1345422 h 1734757"/>
                <a:gd name="connsiteX35" fmla="*/ 4720759 w 8482705"/>
                <a:gd name="connsiteY35" fmla="*/ 1665473 h 1734757"/>
                <a:gd name="connsiteX36" fmla="*/ 5471225 w 8482705"/>
                <a:gd name="connsiteY36" fmla="*/ 1125715 h 1734757"/>
                <a:gd name="connsiteX37" fmla="*/ 5770437 w 8482705"/>
                <a:gd name="connsiteY37" fmla="*/ 814037 h 1734757"/>
                <a:gd name="connsiteX38" fmla="*/ 6702701 w 8482705"/>
                <a:gd name="connsiteY38" fmla="*/ 214691 h 1734757"/>
                <a:gd name="connsiteX0" fmla="*/ 6702701 w 8482705"/>
                <a:gd name="connsiteY0" fmla="*/ 214691 h 1734757"/>
                <a:gd name="connsiteX1" fmla="*/ 6715168 w 8482705"/>
                <a:gd name="connsiteY1" fmla="*/ 214691 h 1734757"/>
                <a:gd name="connsiteX2" fmla="*/ 7151366 w 8482705"/>
                <a:gd name="connsiteY2" fmla="*/ 789985 h 1734757"/>
                <a:gd name="connsiteX3" fmla="*/ 7310820 w 8482705"/>
                <a:gd name="connsiteY3" fmla="*/ 1114171 h 1734757"/>
                <a:gd name="connsiteX4" fmla="*/ 8438067 w 8482705"/>
                <a:gd name="connsiteY4" fmla="*/ 880513 h 1734757"/>
                <a:gd name="connsiteX5" fmla="*/ 8482705 w 8482705"/>
                <a:gd name="connsiteY5" fmla="*/ 929103 h 1734757"/>
                <a:gd name="connsiteX6" fmla="*/ 7300662 w 8482705"/>
                <a:gd name="connsiteY6" fmla="*/ 1173736 h 1734757"/>
                <a:gd name="connsiteX7" fmla="*/ 7112270 w 8482705"/>
                <a:gd name="connsiteY7" fmla="*/ 814498 h 1734757"/>
                <a:gd name="connsiteX8" fmla="*/ 6714245 w 8482705"/>
                <a:gd name="connsiteY8" fmla="*/ 275180 h 1734757"/>
                <a:gd name="connsiteX9" fmla="*/ 6703163 w 8482705"/>
                <a:gd name="connsiteY9" fmla="*/ 275180 h 1734757"/>
                <a:gd name="connsiteX10" fmla="*/ 5814302 w 8482705"/>
                <a:gd name="connsiteY10" fmla="*/ 855594 h 1734757"/>
                <a:gd name="connsiteX11" fmla="*/ 5685937 w 8482705"/>
                <a:gd name="connsiteY11" fmla="*/ 987191 h 1734757"/>
                <a:gd name="connsiteX12" fmla="*/ 5516015 w 8482705"/>
                <a:gd name="connsiteY12" fmla="*/ 1166348 h 1734757"/>
                <a:gd name="connsiteX13" fmla="*/ 5126763 w 8482705"/>
                <a:gd name="connsiteY13" fmla="*/ 1556985 h 1734757"/>
                <a:gd name="connsiteX14" fmla="*/ 4769372 w 8482705"/>
                <a:gd name="connsiteY14" fmla="*/ 1734757 h 1734757"/>
                <a:gd name="connsiteX15" fmla="*/ 4726430 w 8482705"/>
                <a:gd name="connsiteY15" fmla="*/ 1730601 h 1734757"/>
                <a:gd name="connsiteX16" fmla="*/ 4494634 w 8482705"/>
                <a:gd name="connsiteY16" fmla="*/ 1387063 h 1734757"/>
                <a:gd name="connsiteX17" fmla="*/ 4268841 w 8482705"/>
                <a:gd name="connsiteY17" fmla="*/ 977494 h 1734757"/>
                <a:gd name="connsiteX18" fmla="*/ 3400758 w 8482705"/>
                <a:gd name="connsiteY18" fmla="*/ 982574 h 1734757"/>
                <a:gd name="connsiteX19" fmla="*/ 2450025 w 8482705"/>
                <a:gd name="connsiteY19" fmla="*/ 1209752 h 1734757"/>
                <a:gd name="connsiteX20" fmla="*/ 2431688 w 8482705"/>
                <a:gd name="connsiteY20" fmla="*/ 1207524 h 1734757"/>
                <a:gd name="connsiteX21" fmla="*/ 2215429 w 8482705"/>
                <a:gd name="connsiteY21" fmla="*/ 1255622 h 1734757"/>
                <a:gd name="connsiteX22" fmla="*/ 1406534 w 8482705"/>
                <a:gd name="connsiteY22" fmla="*/ 1328755 h 1734757"/>
                <a:gd name="connsiteX23" fmla="*/ 1098876 w 8482705"/>
                <a:gd name="connsiteY23" fmla="*/ 1317325 h 1734757"/>
                <a:gd name="connsiteX24" fmla="*/ 121753 w 8482705"/>
                <a:gd name="connsiteY24" fmla="*/ 971172 h 1734757"/>
                <a:gd name="connsiteX25" fmla="*/ 15485 w 8482705"/>
                <a:gd name="connsiteY25" fmla="*/ 496270 h 1734757"/>
                <a:gd name="connsiteX26" fmla="*/ 180178 w 8482705"/>
                <a:gd name="connsiteY26" fmla="*/ 0 h 1734757"/>
                <a:gd name="connsiteX27" fmla="*/ 254175 w 8482705"/>
                <a:gd name="connsiteY27" fmla="*/ 55572 h 1734757"/>
                <a:gd name="connsiteX28" fmla="*/ 229244 w 8482705"/>
                <a:gd name="connsiteY28" fmla="*/ 930610 h 1734757"/>
                <a:gd name="connsiteX29" fmla="*/ 2450474 w 8482705"/>
                <a:gd name="connsiteY29" fmla="*/ 1144923 h 1734757"/>
                <a:gd name="connsiteX30" fmla="*/ 2451081 w 8482705"/>
                <a:gd name="connsiteY30" fmla="*/ 1147268 h 1734757"/>
                <a:gd name="connsiteX31" fmla="*/ 2507584 w 8482705"/>
                <a:gd name="connsiteY31" fmla="*/ 1131626 h 1734757"/>
                <a:gd name="connsiteX32" fmla="*/ 3389677 w 8482705"/>
                <a:gd name="connsiteY32" fmla="*/ 923471 h 1734757"/>
                <a:gd name="connsiteX33" fmla="*/ 4302548 w 8482705"/>
                <a:gd name="connsiteY33" fmla="*/ 927626 h 1734757"/>
                <a:gd name="connsiteX34" fmla="*/ 4526760 w 8482705"/>
                <a:gd name="connsiteY34" fmla="*/ 1345422 h 1734757"/>
                <a:gd name="connsiteX35" fmla="*/ 4720759 w 8482705"/>
                <a:gd name="connsiteY35" fmla="*/ 1665473 h 1734757"/>
                <a:gd name="connsiteX36" fmla="*/ 5471225 w 8482705"/>
                <a:gd name="connsiteY36" fmla="*/ 1125715 h 1734757"/>
                <a:gd name="connsiteX37" fmla="*/ 5770437 w 8482705"/>
                <a:gd name="connsiteY37" fmla="*/ 814037 h 1734757"/>
                <a:gd name="connsiteX38" fmla="*/ 6702701 w 8482705"/>
                <a:gd name="connsiteY38" fmla="*/ 214691 h 1734757"/>
                <a:gd name="connsiteX0" fmla="*/ 6702701 w 8482705"/>
                <a:gd name="connsiteY0" fmla="*/ 214691 h 1734757"/>
                <a:gd name="connsiteX1" fmla="*/ 6715168 w 8482705"/>
                <a:gd name="connsiteY1" fmla="*/ 214691 h 1734757"/>
                <a:gd name="connsiteX2" fmla="*/ 7151366 w 8482705"/>
                <a:gd name="connsiteY2" fmla="*/ 789985 h 1734757"/>
                <a:gd name="connsiteX3" fmla="*/ 7310820 w 8482705"/>
                <a:gd name="connsiteY3" fmla="*/ 1114171 h 1734757"/>
                <a:gd name="connsiteX4" fmla="*/ 8438067 w 8482705"/>
                <a:gd name="connsiteY4" fmla="*/ 880513 h 1734757"/>
                <a:gd name="connsiteX5" fmla="*/ 8482705 w 8482705"/>
                <a:gd name="connsiteY5" fmla="*/ 929103 h 1734757"/>
                <a:gd name="connsiteX6" fmla="*/ 7300662 w 8482705"/>
                <a:gd name="connsiteY6" fmla="*/ 1173736 h 1734757"/>
                <a:gd name="connsiteX7" fmla="*/ 7112270 w 8482705"/>
                <a:gd name="connsiteY7" fmla="*/ 814498 h 1734757"/>
                <a:gd name="connsiteX8" fmla="*/ 6714245 w 8482705"/>
                <a:gd name="connsiteY8" fmla="*/ 275180 h 1734757"/>
                <a:gd name="connsiteX9" fmla="*/ 6703163 w 8482705"/>
                <a:gd name="connsiteY9" fmla="*/ 275180 h 1734757"/>
                <a:gd name="connsiteX10" fmla="*/ 5814302 w 8482705"/>
                <a:gd name="connsiteY10" fmla="*/ 855594 h 1734757"/>
                <a:gd name="connsiteX11" fmla="*/ 5685937 w 8482705"/>
                <a:gd name="connsiteY11" fmla="*/ 987191 h 1734757"/>
                <a:gd name="connsiteX12" fmla="*/ 5516015 w 8482705"/>
                <a:gd name="connsiteY12" fmla="*/ 1166348 h 1734757"/>
                <a:gd name="connsiteX13" fmla="*/ 5126763 w 8482705"/>
                <a:gd name="connsiteY13" fmla="*/ 1556985 h 1734757"/>
                <a:gd name="connsiteX14" fmla="*/ 4769372 w 8482705"/>
                <a:gd name="connsiteY14" fmla="*/ 1734757 h 1734757"/>
                <a:gd name="connsiteX15" fmla="*/ 4726430 w 8482705"/>
                <a:gd name="connsiteY15" fmla="*/ 1730601 h 1734757"/>
                <a:gd name="connsiteX16" fmla="*/ 4494634 w 8482705"/>
                <a:gd name="connsiteY16" fmla="*/ 1387063 h 1734757"/>
                <a:gd name="connsiteX17" fmla="*/ 4268841 w 8482705"/>
                <a:gd name="connsiteY17" fmla="*/ 977494 h 1734757"/>
                <a:gd name="connsiteX18" fmla="*/ 3400758 w 8482705"/>
                <a:gd name="connsiteY18" fmla="*/ 982574 h 1734757"/>
                <a:gd name="connsiteX19" fmla="*/ 2450025 w 8482705"/>
                <a:gd name="connsiteY19" fmla="*/ 1209752 h 1734757"/>
                <a:gd name="connsiteX20" fmla="*/ 2431688 w 8482705"/>
                <a:gd name="connsiteY20" fmla="*/ 1207524 h 1734757"/>
                <a:gd name="connsiteX21" fmla="*/ 2215429 w 8482705"/>
                <a:gd name="connsiteY21" fmla="*/ 1255622 h 1734757"/>
                <a:gd name="connsiteX22" fmla="*/ 1406534 w 8482705"/>
                <a:gd name="connsiteY22" fmla="*/ 1328755 h 1734757"/>
                <a:gd name="connsiteX23" fmla="*/ 1098876 w 8482705"/>
                <a:gd name="connsiteY23" fmla="*/ 1317325 h 1734757"/>
                <a:gd name="connsiteX24" fmla="*/ 121753 w 8482705"/>
                <a:gd name="connsiteY24" fmla="*/ 971172 h 1734757"/>
                <a:gd name="connsiteX25" fmla="*/ 15485 w 8482705"/>
                <a:gd name="connsiteY25" fmla="*/ 496270 h 1734757"/>
                <a:gd name="connsiteX26" fmla="*/ 180178 w 8482705"/>
                <a:gd name="connsiteY26" fmla="*/ 0 h 1734757"/>
                <a:gd name="connsiteX27" fmla="*/ 254175 w 8482705"/>
                <a:gd name="connsiteY27" fmla="*/ 55572 h 1734757"/>
                <a:gd name="connsiteX28" fmla="*/ 229244 w 8482705"/>
                <a:gd name="connsiteY28" fmla="*/ 930610 h 1734757"/>
                <a:gd name="connsiteX29" fmla="*/ 2450474 w 8482705"/>
                <a:gd name="connsiteY29" fmla="*/ 1144923 h 1734757"/>
                <a:gd name="connsiteX30" fmla="*/ 2451081 w 8482705"/>
                <a:gd name="connsiteY30" fmla="*/ 1147268 h 1734757"/>
                <a:gd name="connsiteX31" fmla="*/ 2507584 w 8482705"/>
                <a:gd name="connsiteY31" fmla="*/ 1131626 h 1734757"/>
                <a:gd name="connsiteX32" fmla="*/ 3389677 w 8482705"/>
                <a:gd name="connsiteY32" fmla="*/ 923471 h 1734757"/>
                <a:gd name="connsiteX33" fmla="*/ 4302548 w 8482705"/>
                <a:gd name="connsiteY33" fmla="*/ 927626 h 1734757"/>
                <a:gd name="connsiteX34" fmla="*/ 4526760 w 8482705"/>
                <a:gd name="connsiteY34" fmla="*/ 1345422 h 1734757"/>
                <a:gd name="connsiteX35" fmla="*/ 4720759 w 8482705"/>
                <a:gd name="connsiteY35" fmla="*/ 1665473 h 1734757"/>
                <a:gd name="connsiteX36" fmla="*/ 5471225 w 8482705"/>
                <a:gd name="connsiteY36" fmla="*/ 1125715 h 1734757"/>
                <a:gd name="connsiteX37" fmla="*/ 5770437 w 8482705"/>
                <a:gd name="connsiteY37" fmla="*/ 814037 h 1734757"/>
                <a:gd name="connsiteX38" fmla="*/ 6702701 w 8482705"/>
                <a:gd name="connsiteY38" fmla="*/ 214691 h 1734757"/>
                <a:gd name="connsiteX0" fmla="*/ 6694989 w 8474993"/>
                <a:gd name="connsiteY0" fmla="*/ 214691 h 1734757"/>
                <a:gd name="connsiteX1" fmla="*/ 6707456 w 8474993"/>
                <a:gd name="connsiteY1" fmla="*/ 214691 h 1734757"/>
                <a:gd name="connsiteX2" fmla="*/ 7143654 w 8474993"/>
                <a:gd name="connsiteY2" fmla="*/ 789985 h 1734757"/>
                <a:gd name="connsiteX3" fmla="*/ 7303108 w 8474993"/>
                <a:gd name="connsiteY3" fmla="*/ 1114171 h 1734757"/>
                <a:gd name="connsiteX4" fmla="*/ 8430355 w 8474993"/>
                <a:gd name="connsiteY4" fmla="*/ 880513 h 1734757"/>
                <a:gd name="connsiteX5" fmla="*/ 8474993 w 8474993"/>
                <a:gd name="connsiteY5" fmla="*/ 929103 h 1734757"/>
                <a:gd name="connsiteX6" fmla="*/ 7292950 w 8474993"/>
                <a:gd name="connsiteY6" fmla="*/ 1173736 h 1734757"/>
                <a:gd name="connsiteX7" fmla="*/ 7104558 w 8474993"/>
                <a:gd name="connsiteY7" fmla="*/ 814498 h 1734757"/>
                <a:gd name="connsiteX8" fmla="*/ 6706533 w 8474993"/>
                <a:gd name="connsiteY8" fmla="*/ 275180 h 1734757"/>
                <a:gd name="connsiteX9" fmla="*/ 6695451 w 8474993"/>
                <a:gd name="connsiteY9" fmla="*/ 275180 h 1734757"/>
                <a:gd name="connsiteX10" fmla="*/ 5806590 w 8474993"/>
                <a:gd name="connsiteY10" fmla="*/ 855594 h 1734757"/>
                <a:gd name="connsiteX11" fmla="*/ 5678225 w 8474993"/>
                <a:gd name="connsiteY11" fmla="*/ 987191 h 1734757"/>
                <a:gd name="connsiteX12" fmla="*/ 5508303 w 8474993"/>
                <a:gd name="connsiteY12" fmla="*/ 1166348 h 1734757"/>
                <a:gd name="connsiteX13" fmla="*/ 5119051 w 8474993"/>
                <a:gd name="connsiteY13" fmla="*/ 1556985 h 1734757"/>
                <a:gd name="connsiteX14" fmla="*/ 4761660 w 8474993"/>
                <a:gd name="connsiteY14" fmla="*/ 1734757 h 1734757"/>
                <a:gd name="connsiteX15" fmla="*/ 4718718 w 8474993"/>
                <a:gd name="connsiteY15" fmla="*/ 1730601 h 1734757"/>
                <a:gd name="connsiteX16" fmla="*/ 4486922 w 8474993"/>
                <a:gd name="connsiteY16" fmla="*/ 1387063 h 1734757"/>
                <a:gd name="connsiteX17" fmla="*/ 4261129 w 8474993"/>
                <a:gd name="connsiteY17" fmla="*/ 977494 h 1734757"/>
                <a:gd name="connsiteX18" fmla="*/ 3393046 w 8474993"/>
                <a:gd name="connsiteY18" fmla="*/ 982574 h 1734757"/>
                <a:gd name="connsiteX19" fmla="*/ 2442313 w 8474993"/>
                <a:gd name="connsiteY19" fmla="*/ 1209752 h 1734757"/>
                <a:gd name="connsiteX20" fmla="*/ 2423976 w 8474993"/>
                <a:gd name="connsiteY20" fmla="*/ 1207524 h 1734757"/>
                <a:gd name="connsiteX21" fmla="*/ 2207717 w 8474993"/>
                <a:gd name="connsiteY21" fmla="*/ 1255622 h 1734757"/>
                <a:gd name="connsiteX22" fmla="*/ 1398822 w 8474993"/>
                <a:gd name="connsiteY22" fmla="*/ 1328755 h 1734757"/>
                <a:gd name="connsiteX23" fmla="*/ 1091164 w 8474993"/>
                <a:gd name="connsiteY23" fmla="*/ 1317325 h 1734757"/>
                <a:gd name="connsiteX24" fmla="*/ 114041 w 8474993"/>
                <a:gd name="connsiteY24" fmla="*/ 971172 h 1734757"/>
                <a:gd name="connsiteX25" fmla="*/ 7773 w 8474993"/>
                <a:gd name="connsiteY25" fmla="*/ 496270 h 1734757"/>
                <a:gd name="connsiteX26" fmla="*/ 172466 w 8474993"/>
                <a:gd name="connsiteY26" fmla="*/ 0 h 1734757"/>
                <a:gd name="connsiteX27" fmla="*/ 246463 w 8474993"/>
                <a:gd name="connsiteY27" fmla="*/ 55572 h 1734757"/>
                <a:gd name="connsiteX28" fmla="*/ 221532 w 8474993"/>
                <a:gd name="connsiteY28" fmla="*/ 930610 h 1734757"/>
                <a:gd name="connsiteX29" fmla="*/ 2442762 w 8474993"/>
                <a:gd name="connsiteY29" fmla="*/ 1144923 h 1734757"/>
                <a:gd name="connsiteX30" fmla="*/ 2443369 w 8474993"/>
                <a:gd name="connsiteY30" fmla="*/ 1147268 h 1734757"/>
                <a:gd name="connsiteX31" fmla="*/ 2499872 w 8474993"/>
                <a:gd name="connsiteY31" fmla="*/ 1131626 h 1734757"/>
                <a:gd name="connsiteX32" fmla="*/ 3381965 w 8474993"/>
                <a:gd name="connsiteY32" fmla="*/ 923471 h 1734757"/>
                <a:gd name="connsiteX33" fmla="*/ 4294836 w 8474993"/>
                <a:gd name="connsiteY33" fmla="*/ 927626 h 1734757"/>
                <a:gd name="connsiteX34" fmla="*/ 4519048 w 8474993"/>
                <a:gd name="connsiteY34" fmla="*/ 1345422 h 1734757"/>
                <a:gd name="connsiteX35" fmla="*/ 4713047 w 8474993"/>
                <a:gd name="connsiteY35" fmla="*/ 1665473 h 1734757"/>
                <a:gd name="connsiteX36" fmla="*/ 5463513 w 8474993"/>
                <a:gd name="connsiteY36" fmla="*/ 1125715 h 1734757"/>
                <a:gd name="connsiteX37" fmla="*/ 5762725 w 8474993"/>
                <a:gd name="connsiteY37" fmla="*/ 814037 h 1734757"/>
                <a:gd name="connsiteX38" fmla="*/ 6694989 w 8474993"/>
                <a:gd name="connsiteY38" fmla="*/ 214691 h 1734757"/>
                <a:gd name="connsiteX0" fmla="*/ 6697194 w 8477198"/>
                <a:gd name="connsiteY0" fmla="*/ 214691 h 1734757"/>
                <a:gd name="connsiteX1" fmla="*/ 6709661 w 8477198"/>
                <a:gd name="connsiteY1" fmla="*/ 214691 h 1734757"/>
                <a:gd name="connsiteX2" fmla="*/ 7145859 w 8477198"/>
                <a:gd name="connsiteY2" fmla="*/ 789985 h 1734757"/>
                <a:gd name="connsiteX3" fmla="*/ 7305313 w 8477198"/>
                <a:gd name="connsiteY3" fmla="*/ 1114171 h 1734757"/>
                <a:gd name="connsiteX4" fmla="*/ 8432560 w 8477198"/>
                <a:gd name="connsiteY4" fmla="*/ 880513 h 1734757"/>
                <a:gd name="connsiteX5" fmla="*/ 8477198 w 8477198"/>
                <a:gd name="connsiteY5" fmla="*/ 929103 h 1734757"/>
                <a:gd name="connsiteX6" fmla="*/ 7295155 w 8477198"/>
                <a:gd name="connsiteY6" fmla="*/ 1173736 h 1734757"/>
                <a:gd name="connsiteX7" fmla="*/ 7106763 w 8477198"/>
                <a:gd name="connsiteY7" fmla="*/ 814498 h 1734757"/>
                <a:gd name="connsiteX8" fmla="*/ 6708738 w 8477198"/>
                <a:gd name="connsiteY8" fmla="*/ 275180 h 1734757"/>
                <a:gd name="connsiteX9" fmla="*/ 6697656 w 8477198"/>
                <a:gd name="connsiteY9" fmla="*/ 275180 h 1734757"/>
                <a:gd name="connsiteX10" fmla="*/ 5808795 w 8477198"/>
                <a:gd name="connsiteY10" fmla="*/ 855594 h 1734757"/>
                <a:gd name="connsiteX11" fmla="*/ 5680430 w 8477198"/>
                <a:gd name="connsiteY11" fmla="*/ 987191 h 1734757"/>
                <a:gd name="connsiteX12" fmla="*/ 5510508 w 8477198"/>
                <a:gd name="connsiteY12" fmla="*/ 1166348 h 1734757"/>
                <a:gd name="connsiteX13" fmla="*/ 5121256 w 8477198"/>
                <a:gd name="connsiteY13" fmla="*/ 1556985 h 1734757"/>
                <a:gd name="connsiteX14" fmla="*/ 4763865 w 8477198"/>
                <a:gd name="connsiteY14" fmla="*/ 1734757 h 1734757"/>
                <a:gd name="connsiteX15" fmla="*/ 4720923 w 8477198"/>
                <a:gd name="connsiteY15" fmla="*/ 1730601 h 1734757"/>
                <a:gd name="connsiteX16" fmla="*/ 4489127 w 8477198"/>
                <a:gd name="connsiteY16" fmla="*/ 1387063 h 1734757"/>
                <a:gd name="connsiteX17" fmla="*/ 4263334 w 8477198"/>
                <a:gd name="connsiteY17" fmla="*/ 977494 h 1734757"/>
                <a:gd name="connsiteX18" fmla="*/ 3395251 w 8477198"/>
                <a:gd name="connsiteY18" fmla="*/ 982574 h 1734757"/>
                <a:gd name="connsiteX19" fmla="*/ 2444518 w 8477198"/>
                <a:gd name="connsiteY19" fmla="*/ 1209752 h 1734757"/>
                <a:gd name="connsiteX20" fmla="*/ 2426181 w 8477198"/>
                <a:gd name="connsiteY20" fmla="*/ 1207524 h 1734757"/>
                <a:gd name="connsiteX21" fmla="*/ 2209922 w 8477198"/>
                <a:gd name="connsiteY21" fmla="*/ 1255622 h 1734757"/>
                <a:gd name="connsiteX22" fmla="*/ 1401027 w 8477198"/>
                <a:gd name="connsiteY22" fmla="*/ 1328755 h 1734757"/>
                <a:gd name="connsiteX23" fmla="*/ 1093369 w 8477198"/>
                <a:gd name="connsiteY23" fmla="*/ 1317325 h 1734757"/>
                <a:gd name="connsiteX24" fmla="*/ 116246 w 8477198"/>
                <a:gd name="connsiteY24" fmla="*/ 971172 h 1734757"/>
                <a:gd name="connsiteX25" fmla="*/ 9978 w 8477198"/>
                <a:gd name="connsiteY25" fmla="*/ 496270 h 1734757"/>
                <a:gd name="connsiteX26" fmla="*/ 174671 w 8477198"/>
                <a:gd name="connsiteY26" fmla="*/ 0 h 1734757"/>
                <a:gd name="connsiteX27" fmla="*/ 248668 w 8477198"/>
                <a:gd name="connsiteY27" fmla="*/ 55572 h 1734757"/>
                <a:gd name="connsiteX28" fmla="*/ 223737 w 8477198"/>
                <a:gd name="connsiteY28" fmla="*/ 930610 h 1734757"/>
                <a:gd name="connsiteX29" fmla="*/ 2444967 w 8477198"/>
                <a:gd name="connsiteY29" fmla="*/ 1144923 h 1734757"/>
                <a:gd name="connsiteX30" fmla="*/ 2445574 w 8477198"/>
                <a:gd name="connsiteY30" fmla="*/ 1147268 h 1734757"/>
                <a:gd name="connsiteX31" fmla="*/ 2502077 w 8477198"/>
                <a:gd name="connsiteY31" fmla="*/ 1131626 h 1734757"/>
                <a:gd name="connsiteX32" fmla="*/ 3384170 w 8477198"/>
                <a:gd name="connsiteY32" fmla="*/ 923471 h 1734757"/>
                <a:gd name="connsiteX33" fmla="*/ 4297041 w 8477198"/>
                <a:gd name="connsiteY33" fmla="*/ 927626 h 1734757"/>
                <a:gd name="connsiteX34" fmla="*/ 4521253 w 8477198"/>
                <a:gd name="connsiteY34" fmla="*/ 1345422 h 1734757"/>
                <a:gd name="connsiteX35" fmla="*/ 4715252 w 8477198"/>
                <a:gd name="connsiteY35" fmla="*/ 1665473 h 1734757"/>
                <a:gd name="connsiteX36" fmla="*/ 5465718 w 8477198"/>
                <a:gd name="connsiteY36" fmla="*/ 1125715 h 1734757"/>
                <a:gd name="connsiteX37" fmla="*/ 5764930 w 8477198"/>
                <a:gd name="connsiteY37" fmla="*/ 814037 h 1734757"/>
                <a:gd name="connsiteX38" fmla="*/ 6697194 w 8477198"/>
                <a:gd name="connsiteY38" fmla="*/ 214691 h 1734757"/>
                <a:gd name="connsiteX0" fmla="*/ 6697194 w 8477198"/>
                <a:gd name="connsiteY0" fmla="*/ 214691 h 1734757"/>
                <a:gd name="connsiteX1" fmla="*/ 6709661 w 8477198"/>
                <a:gd name="connsiteY1" fmla="*/ 214691 h 1734757"/>
                <a:gd name="connsiteX2" fmla="*/ 7145859 w 8477198"/>
                <a:gd name="connsiteY2" fmla="*/ 789985 h 1734757"/>
                <a:gd name="connsiteX3" fmla="*/ 7305313 w 8477198"/>
                <a:gd name="connsiteY3" fmla="*/ 1114171 h 1734757"/>
                <a:gd name="connsiteX4" fmla="*/ 8432560 w 8477198"/>
                <a:gd name="connsiteY4" fmla="*/ 880513 h 1734757"/>
                <a:gd name="connsiteX5" fmla="*/ 8477198 w 8477198"/>
                <a:gd name="connsiteY5" fmla="*/ 929103 h 1734757"/>
                <a:gd name="connsiteX6" fmla="*/ 7295155 w 8477198"/>
                <a:gd name="connsiteY6" fmla="*/ 1173736 h 1734757"/>
                <a:gd name="connsiteX7" fmla="*/ 7106763 w 8477198"/>
                <a:gd name="connsiteY7" fmla="*/ 814498 h 1734757"/>
                <a:gd name="connsiteX8" fmla="*/ 6708738 w 8477198"/>
                <a:gd name="connsiteY8" fmla="*/ 275180 h 1734757"/>
                <a:gd name="connsiteX9" fmla="*/ 6697656 w 8477198"/>
                <a:gd name="connsiteY9" fmla="*/ 275180 h 1734757"/>
                <a:gd name="connsiteX10" fmla="*/ 5808795 w 8477198"/>
                <a:gd name="connsiteY10" fmla="*/ 855594 h 1734757"/>
                <a:gd name="connsiteX11" fmla="*/ 5680430 w 8477198"/>
                <a:gd name="connsiteY11" fmla="*/ 987191 h 1734757"/>
                <a:gd name="connsiteX12" fmla="*/ 5510508 w 8477198"/>
                <a:gd name="connsiteY12" fmla="*/ 1166348 h 1734757"/>
                <a:gd name="connsiteX13" fmla="*/ 5121256 w 8477198"/>
                <a:gd name="connsiteY13" fmla="*/ 1556985 h 1734757"/>
                <a:gd name="connsiteX14" fmla="*/ 4763865 w 8477198"/>
                <a:gd name="connsiteY14" fmla="*/ 1734757 h 1734757"/>
                <a:gd name="connsiteX15" fmla="*/ 4720923 w 8477198"/>
                <a:gd name="connsiteY15" fmla="*/ 1730601 h 1734757"/>
                <a:gd name="connsiteX16" fmla="*/ 4489127 w 8477198"/>
                <a:gd name="connsiteY16" fmla="*/ 1387063 h 1734757"/>
                <a:gd name="connsiteX17" fmla="*/ 4263334 w 8477198"/>
                <a:gd name="connsiteY17" fmla="*/ 977494 h 1734757"/>
                <a:gd name="connsiteX18" fmla="*/ 3395251 w 8477198"/>
                <a:gd name="connsiteY18" fmla="*/ 982574 h 1734757"/>
                <a:gd name="connsiteX19" fmla="*/ 2444518 w 8477198"/>
                <a:gd name="connsiteY19" fmla="*/ 1209752 h 1734757"/>
                <a:gd name="connsiteX20" fmla="*/ 2426181 w 8477198"/>
                <a:gd name="connsiteY20" fmla="*/ 1207524 h 1734757"/>
                <a:gd name="connsiteX21" fmla="*/ 2209922 w 8477198"/>
                <a:gd name="connsiteY21" fmla="*/ 1255622 h 1734757"/>
                <a:gd name="connsiteX22" fmla="*/ 1401027 w 8477198"/>
                <a:gd name="connsiteY22" fmla="*/ 1328755 h 1734757"/>
                <a:gd name="connsiteX23" fmla="*/ 1093369 w 8477198"/>
                <a:gd name="connsiteY23" fmla="*/ 1317325 h 1734757"/>
                <a:gd name="connsiteX24" fmla="*/ 116246 w 8477198"/>
                <a:gd name="connsiteY24" fmla="*/ 971172 h 1734757"/>
                <a:gd name="connsiteX25" fmla="*/ 9978 w 8477198"/>
                <a:gd name="connsiteY25" fmla="*/ 496270 h 1734757"/>
                <a:gd name="connsiteX26" fmla="*/ 174671 w 8477198"/>
                <a:gd name="connsiteY26" fmla="*/ 0 h 1734757"/>
                <a:gd name="connsiteX27" fmla="*/ 248668 w 8477198"/>
                <a:gd name="connsiteY27" fmla="*/ 55572 h 1734757"/>
                <a:gd name="connsiteX28" fmla="*/ 223737 w 8477198"/>
                <a:gd name="connsiteY28" fmla="*/ 930610 h 1734757"/>
                <a:gd name="connsiteX29" fmla="*/ 2444967 w 8477198"/>
                <a:gd name="connsiteY29" fmla="*/ 1144923 h 1734757"/>
                <a:gd name="connsiteX30" fmla="*/ 2413374 w 8477198"/>
                <a:gd name="connsiteY30" fmla="*/ 938870 h 1734757"/>
                <a:gd name="connsiteX31" fmla="*/ 2502077 w 8477198"/>
                <a:gd name="connsiteY31" fmla="*/ 1131626 h 1734757"/>
                <a:gd name="connsiteX32" fmla="*/ 3384170 w 8477198"/>
                <a:gd name="connsiteY32" fmla="*/ 923471 h 1734757"/>
                <a:gd name="connsiteX33" fmla="*/ 4297041 w 8477198"/>
                <a:gd name="connsiteY33" fmla="*/ 927626 h 1734757"/>
                <a:gd name="connsiteX34" fmla="*/ 4521253 w 8477198"/>
                <a:gd name="connsiteY34" fmla="*/ 1345422 h 1734757"/>
                <a:gd name="connsiteX35" fmla="*/ 4715252 w 8477198"/>
                <a:gd name="connsiteY35" fmla="*/ 1665473 h 1734757"/>
                <a:gd name="connsiteX36" fmla="*/ 5465718 w 8477198"/>
                <a:gd name="connsiteY36" fmla="*/ 1125715 h 1734757"/>
                <a:gd name="connsiteX37" fmla="*/ 5764930 w 8477198"/>
                <a:gd name="connsiteY37" fmla="*/ 814037 h 1734757"/>
                <a:gd name="connsiteX38" fmla="*/ 6697194 w 8477198"/>
                <a:gd name="connsiteY38" fmla="*/ 214691 h 1734757"/>
                <a:gd name="connsiteX0" fmla="*/ 6697194 w 8477198"/>
                <a:gd name="connsiteY0" fmla="*/ 214691 h 1734757"/>
                <a:gd name="connsiteX1" fmla="*/ 6709661 w 8477198"/>
                <a:gd name="connsiteY1" fmla="*/ 214691 h 1734757"/>
                <a:gd name="connsiteX2" fmla="*/ 7145859 w 8477198"/>
                <a:gd name="connsiteY2" fmla="*/ 789985 h 1734757"/>
                <a:gd name="connsiteX3" fmla="*/ 7305313 w 8477198"/>
                <a:gd name="connsiteY3" fmla="*/ 1114171 h 1734757"/>
                <a:gd name="connsiteX4" fmla="*/ 8432560 w 8477198"/>
                <a:gd name="connsiteY4" fmla="*/ 880513 h 1734757"/>
                <a:gd name="connsiteX5" fmla="*/ 8477198 w 8477198"/>
                <a:gd name="connsiteY5" fmla="*/ 929103 h 1734757"/>
                <a:gd name="connsiteX6" fmla="*/ 7295155 w 8477198"/>
                <a:gd name="connsiteY6" fmla="*/ 1173736 h 1734757"/>
                <a:gd name="connsiteX7" fmla="*/ 7106763 w 8477198"/>
                <a:gd name="connsiteY7" fmla="*/ 814498 h 1734757"/>
                <a:gd name="connsiteX8" fmla="*/ 6708738 w 8477198"/>
                <a:gd name="connsiteY8" fmla="*/ 275180 h 1734757"/>
                <a:gd name="connsiteX9" fmla="*/ 6697656 w 8477198"/>
                <a:gd name="connsiteY9" fmla="*/ 275180 h 1734757"/>
                <a:gd name="connsiteX10" fmla="*/ 5808795 w 8477198"/>
                <a:gd name="connsiteY10" fmla="*/ 855594 h 1734757"/>
                <a:gd name="connsiteX11" fmla="*/ 5680430 w 8477198"/>
                <a:gd name="connsiteY11" fmla="*/ 987191 h 1734757"/>
                <a:gd name="connsiteX12" fmla="*/ 5510508 w 8477198"/>
                <a:gd name="connsiteY12" fmla="*/ 1166348 h 1734757"/>
                <a:gd name="connsiteX13" fmla="*/ 5121256 w 8477198"/>
                <a:gd name="connsiteY13" fmla="*/ 1556985 h 1734757"/>
                <a:gd name="connsiteX14" fmla="*/ 4763865 w 8477198"/>
                <a:gd name="connsiteY14" fmla="*/ 1734757 h 1734757"/>
                <a:gd name="connsiteX15" fmla="*/ 4720923 w 8477198"/>
                <a:gd name="connsiteY15" fmla="*/ 1730601 h 1734757"/>
                <a:gd name="connsiteX16" fmla="*/ 4489127 w 8477198"/>
                <a:gd name="connsiteY16" fmla="*/ 1387063 h 1734757"/>
                <a:gd name="connsiteX17" fmla="*/ 4263334 w 8477198"/>
                <a:gd name="connsiteY17" fmla="*/ 977494 h 1734757"/>
                <a:gd name="connsiteX18" fmla="*/ 3395251 w 8477198"/>
                <a:gd name="connsiteY18" fmla="*/ 982574 h 1734757"/>
                <a:gd name="connsiteX19" fmla="*/ 2444518 w 8477198"/>
                <a:gd name="connsiteY19" fmla="*/ 1209752 h 1734757"/>
                <a:gd name="connsiteX20" fmla="*/ 2426181 w 8477198"/>
                <a:gd name="connsiteY20" fmla="*/ 1207524 h 1734757"/>
                <a:gd name="connsiteX21" fmla="*/ 2209922 w 8477198"/>
                <a:gd name="connsiteY21" fmla="*/ 1255622 h 1734757"/>
                <a:gd name="connsiteX22" fmla="*/ 1401027 w 8477198"/>
                <a:gd name="connsiteY22" fmla="*/ 1328755 h 1734757"/>
                <a:gd name="connsiteX23" fmla="*/ 1093369 w 8477198"/>
                <a:gd name="connsiteY23" fmla="*/ 1317325 h 1734757"/>
                <a:gd name="connsiteX24" fmla="*/ 116246 w 8477198"/>
                <a:gd name="connsiteY24" fmla="*/ 971172 h 1734757"/>
                <a:gd name="connsiteX25" fmla="*/ 9978 w 8477198"/>
                <a:gd name="connsiteY25" fmla="*/ 496270 h 1734757"/>
                <a:gd name="connsiteX26" fmla="*/ 174671 w 8477198"/>
                <a:gd name="connsiteY26" fmla="*/ 0 h 1734757"/>
                <a:gd name="connsiteX27" fmla="*/ 248668 w 8477198"/>
                <a:gd name="connsiteY27" fmla="*/ 55572 h 1734757"/>
                <a:gd name="connsiteX28" fmla="*/ 223737 w 8477198"/>
                <a:gd name="connsiteY28" fmla="*/ 930610 h 1734757"/>
                <a:gd name="connsiteX29" fmla="*/ 2444967 w 8477198"/>
                <a:gd name="connsiteY29" fmla="*/ 1144923 h 1734757"/>
                <a:gd name="connsiteX30" fmla="*/ 2502077 w 8477198"/>
                <a:gd name="connsiteY30" fmla="*/ 1131626 h 1734757"/>
                <a:gd name="connsiteX31" fmla="*/ 3384170 w 8477198"/>
                <a:gd name="connsiteY31" fmla="*/ 923471 h 1734757"/>
                <a:gd name="connsiteX32" fmla="*/ 4297041 w 8477198"/>
                <a:gd name="connsiteY32" fmla="*/ 927626 h 1734757"/>
                <a:gd name="connsiteX33" fmla="*/ 4521253 w 8477198"/>
                <a:gd name="connsiteY33" fmla="*/ 1345422 h 1734757"/>
                <a:gd name="connsiteX34" fmla="*/ 4715252 w 8477198"/>
                <a:gd name="connsiteY34" fmla="*/ 1665473 h 1734757"/>
                <a:gd name="connsiteX35" fmla="*/ 5465718 w 8477198"/>
                <a:gd name="connsiteY35" fmla="*/ 1125715 h 1734757"/>
                <a:gd name="connsiteX36" fmla="*/ 5764930 w 8477198"/>
                <a:gd name="connsiteY36" fmla="*/ 814037 h 1734757"/>
                <a:gd name="connsiteX37" fmla="*/ 6697194 w 8477198"/>
                <a:gd name="connsiteY37" fmla="*/ 214691 h 1734757"/>
                <a:gd name="connsiteX0" fmla="*/ 6697194 w 8477198"/>
                <a:gd name="connsiteY0" fmla="*/ 214691 h 1734757"/>
                <a:gd name="connsiteX1" fmla="*/ 6709661 w 8477198"/>
                <a:gd name="connsiteY1" fmla="*/ 214691 h 1734757"/>
                <a:gd name="connsiteX2" fmla="*/ 7145859 w 8477198"/>
                <a:gd name="connsiteY2" fmla="*/ 789985 h 1734757"/>
                <a:gd name="connsiteX3" fmla="*/ 7305313 w 8477198"/>
                <a:gd name="connsiteY3" fmla="*/ 1114171 h 1734757"/>
                <a:gd name="connsiteX4" fmla="*/ 8432560 w 8477198"/>
                <a:gd name="connsiteY4" fmla="*/ 880513 h 1734757"/>
                <a:gd name="connsiteX5" fmla="*/ 8477198 w 8477198"/>
                <a:gd name="connsiteY5" fmla="*/ 929103 h 1734757"/>
                <a:gd name="connsiteX6" fmla="*/ 7295155 w 8477198"/>
                <a:gd name="connsiteY6" fmla="*/ 1173736 h 1734757"/>
                <a:gd name="connsiteX7" fmla="*/ 7106763 w 8477198"/>
                <a:gd name="connsiteY7" fmla="*/ 814498 h 1734757"/>
                <a:gd name="connsiteX8" fmla="*/ 6708738 w 8477198"/>
                <a:gd name="connsiteY8" fmla="*/ 275180 h 1734757"/>
                <a:gd name="connsiteX9" fmla="*/ 6697656 w 8477198"/>
                <a:gd name="connsiteY9" fmla="*/ 275180 h 1734757"/>
                <a:gd name="connsiteX10" fmla="*/ 5808795 w 8477198"/>
                <a:gd name="connsiteY10" fmla="*/ 855594 h 1734757"/>
                <a:gd name="connsiteX11" fmla="*/ 5680430 w 8477198"/>
                <a:gd name="connsiteY11" fmla="*/ 987191 h 1734757"/>
                <a:gd name="connsiteX12" fmla="*/ 5510508 w 8477198"/>
                <a:gd name="connsiteY12" fmla="*/ 1166348 h 1734757"/>
                <a:gd name="connsiteX13" fmla="*/ 5121256 w 8477198"/>
                <a:gd name="connsiteY13" fmla="*/ 1556985 h 1734757"/>
                <a:gd name="connsiteX14" fmla="*/ 4763865 w 8477198"/>
                <a:gd name="connsiteY14" fmla="*/ 1734757 h 1734757"/>
                <a:gd name="connsiteX15" fmla="*/ 4720923 w 8477198"/>
                <a:gd name="connsiteY15" fmla="*/ 1730601 h 1734757"/>
                <a:gd name="connsiteX16" fmla="*/ 4489127 w 8477198"/>
                <a:gd name="connsiteY16" fmla="*/ 1387063 h 1734757"/>
                <a:gd name="connsiteX17" fmla="*/ 4263334 w 8477198"/>
                <a:gd name="connsiteY17" fmla="*/ 977494 h 1734757"/>
                <a:gd name="connsiteX18" fmla="*/ 3395251 w 8477198"/>
                <a:gd name="connsiteY18" fmla="*/ 982574 h 1734757"/>
                <a:gd name="connsiteX19" fmla="*/ 2444518 w 8477198"/>
                <a:gd name="connsiteY19" fmla="*/ 1209752 h 1734757"/>
                <a:gd name="connsiteX20" fmla="*/ 2426181 w 8477198"/>
                <a:gd name="connsiteY20" fmla="*/ 1207524 h 1734757"/>
                <a:gd name="connsiteX21" fmla="*/ 2209922 w 8477198"/>
                <a:gd name="connsiteY21" fmla="*/ 1255622 h 1734757"/>
                <a:gd name="connsiteX22" fmla="*/ 1401027 w 8477198"/>
                <a:gd name="connsiteY22" fmla="*/ 1328755 h 1734757"/>
                <a:gd name="connsiteX23" fmla="*/ 1093369 w 8477198"/>
                <a:gd name="connsiteY23" fmla="*/ 1317325 h 1734757"/>
                <a:gd name="connsiteX24" fmla="*/ 116246 w 8477198"/>
                <a:gd name="connsiteY24" fmla="*/ 971172 h 1734757"/>
                <a:gd name="connsiteX25" fmla="*/ 9978 w 8477198"/>
                <a:gd name="connsiteY25" fmla="*/ 496270 h 1734757"/>
                <a:gd name="connsiteX26" fmla="*/ 174671 w 8477198"/>
                <a:gd name="connsiteY26" fmla="*/ 0 h 1734757"/>
                <a:gd name="connsiteX27" fmla="*/ 248668 w 8477198"/>
                <a:gd name="connsiteY27" fmla="*/ 55572 h 1734757"/>
                <a:gd name="connsiteX28" fmla="*/ 223737 w 8477198"/>
                <a:gd name="connsiteY28" fmla="*/ 930610 h 1734757"/>
                <a:gd name="connsiteX29" fmla="*/ 2502077 w 8477198"/>
                <a:gd name="connsiteY29" fmla="*/ 1131626 h 1734757"/>
                <a:gd name="connsiteX30" fmla="*/ 3384170 w 8477198"/>
                <a:gd name="connsiteY30" fmla="*/ 923471 h 1734757"/>
                <a:gd name="connsiteX31" fmla="*/ 4297041 w 8477198"/>
                <a:gd name="connsiteY31" fmla="*/ 927626 h 1734757"/>
                <a:gd name="connsiteX32" fmla="*/ 4521253 w 8477198"/>
                <a:gd name="connsiteY32" fmla="*/ 1345422 h 1734757"/>
                <a:gd name="connsiteX33" fmla="*/ 4715252 w 8477198"/>
                <a:gd name="connsiteY33" fmla="*/ 1665473 h 1734757"/>
                <a:gd name="connsiteX34" fmla="*/ 5465718 w 8477198"/>
                <a:gd name="connsiteY34" fmla="*/ 1125715 h 1734757"/>
                <a:gd name="connsiteX35" fmla="*/ 5764930 w 8477198"/>
                <a:gd name="connsiteY35" fmla="*/ 814037 h 1734757"/>
                <a:gd name="connsiteX36" fmla="*/ 6697194 w 8477198"/>
                <a:gd name="connsiteY36" fmla="*/ 214691 h 1734757"/>
                <a:gd name="connsiteX0" fmla="*/ 6714652 w 8494656"/>
                <a:gd name="connsiteY0" fmla="*/ 214691 h 1734757"/>
                <a:gd name="connsiteX1" fmla="*/ 6727119 w 8494656"/>
                <a:gd name="connsiteY1" fmla="*/ 214691 h 1734757"/>
                <a:gd name="connsiteX2" fmla="*/ 7163317 w 8494656"/>
                <a:gd name="connsiteY2" fmla="*/ 789985 h 1734757"/>
                <a:gd name="connsiteX3" fmla="*/ 7322771 w 8494656"/>
                <a:gd name="connsiteY3" fmla="*/ 1114171 h 1734757"/>
                <a:gd name="connsiteX4" fmla="*/ 8450018 w 8494656"/>
                <a:gd name="connsiteY4" fmla="*/ 880513 h 1734757"/>
                <a:gd name="connsiteX5" fmla="*/ 8494656 w 8494656"/>
                <a:gd name="connsiteY5" fmla="*/ 929103 h 1734757"/>
                <a:gd name="connsiteX6" fmla="*/ 7312613 w 8494656"/>
                <a:gd name="connsiteY6" fmla="*/ 1173736 h 1734757"/>
                <a:gd name="connsiteX7" fmla="*/ 7124221 w 8494656"/>
                <a:gd name="connsiteY7" fmla="*/ 814498 h 1734757"/>
                <a:gd name="connsiteX8" fmla="*/ 6726196 w 8494656"/>
                <a:gd name="connsiteY8" fmla="*/ 275180 h 1734757"/>
                <a:gd name="connsiteX9" fmla="*/ 6715114 w 8494656"/>
                <a:gd name="connsiteY9" fmla="*/ 275180 h 1734757"/>
                <a:gd name="connsiteX10" fmla="*/ 5826253 w 8494656"/>
                <a:gd name="connsiteY10" fmla="*/ 855594 h 1734757"/>
                <a:gd name="connsiteX11" fmla="*/ 5697888 w 8494656"/>
                <a:gd name="connsiteY11" fmla="*/ 987191 h 1734757"/>
                <a:gd name="connsiteX12" fmla="*/ 5527966 w 8494656"/>
                <a:gd name="connsiteY12" fmla="*/ 1166348 h 1734757"/>
                <a:gd name="connsiteX13" fmla="*/ 5138714 w 8494656"/>
                <a:gd name="connsiteY13" fmla="*/ 1556985 h 1734757"/>
                <a:gd name="connsiteX14" fmla="*/ 4781323 w 8494656"/>
                <a:gd name="connsiteY14" fmla="*/ 1734757 h 1734757"/>
                <a:gd name="connsiteX15" fmla="*/ 4738381 w 8494656"/>
                <a:gd name="connsiteY15" fmla="*/ 1730601 h 1734757"/>
                <a:gd name="connsiteX16" fmla="*/ 4506585 w 8494656"/>
                <a:gd name="connsiteY16" fmla="*/ 1387063 h 1734757"/>
                <a:gd name="connsiteX17" fmla="*/ 4280792 w 8494656"/>
                <a:gd name="connsiteY17" fmla="*/ 977494 h 1734757"/>
                <a:gd name="connsiteX18" fmla="*/ 3412709 w 8494656"/>
                <a:gd name="connsiteY18" fmla="*/ 982574 h 1734757"/>
                <a:gd name="connsiteX19" fmla="*/ 2461976 w 8494656"/>
                <a:gd name="connsiteY19" fmla="*/ 1209752 h 1734757"/>
                <a:gd name="connsiteX20" fmla="*/ 2443639 w 8494656"/>
                <a:gd name="connsiteY20" fmla="*/ 1207524 h 1734757"/>
                <a:gd name="connsiteX21" fmla="*/ 2227380 w 8494656"/>
                <a:gd name="connsiteY21" fmla="*/ 1255622 h 1734757"/>
                <a:gd name="connsiteX22" fmla="*/ 1418485 w 8494656"/>
                <a:gd name="connsiteY22" fmla="*/ 1328755 h 1734757"/>
                <a:gd name="connsiteX23" fmla="*/ 1110827 w 8494656"/>
                <a:gd name="connsiteY23" fmla="*/ 1317325 h 1734757"/>
                <a:gd name="connsiteX24" fmla="*/ 133704 w 8494656"/>
                <a:gd name="connsiteY24" fmla="*/ 971172 h 1734757"/>
                <a:gd name="connsiteX25" fmla="*/ 27436 w 8494656"/>
                <a:gd name="connsiteY25" fmla="*/ 496270 h 1734757"/>
                <a:gd name="connsiteX26" fmla="*/ 192129 w 8494656"/>
                <a:gd name="connsiteY26" fmla="*/ 0 h 1734757"/>
                <a:gd name="connsiteX27" fmla="*/ 266126 w 8494656"/>
                <a:gd name="connsiteY27" fmla="*/ 55572 h 1734757"/>
                <a:gd name="connsiteX28" fmla="*/ 241195 w 8494656"/>
                <a:gd name="connsiteY28" fmla="*/ 930610 h 1734757"/>
                <a:gd name="connsiteX29" fmla="*/ 3401628 w 8494656"/>
                <a:gd name="connsiteY29" fmla="*/ 923471 h 1734757"/>
                <a:gd name="connsiteX30" fmla="*/ 4314499 w 8494656"/>
                <a:gd name="connsiteY30" fmla="*/ 927626 h 1734757"/>
                <a:gd name="connsiteX31" fmla="*/ 4538711 w 8494656"/>
                <a:gd name="connsiteY31" fmla="*/ 1345422 h 1734757"/>
                <a:gd name="connsiteX32" fmla="*/ 4732710 w 8494656"/>
                <a:gd name="connsiteY32" fmla="*/ 1665473 h 1734757"/>
                <a:gd name="connsiteX33" fmla="*/ 5483176 w 8494656"/>
                <a:gd name="connsiteY33" fmla="*/ 1125715 h 1734757"/>
                <a:gd name="connsiteX34" fmla="*/ 5782388 w 8494656"/>
                <a:gd name="connsiteY34" fmla="*/ 814037 h 1734757"/>
                <a:gd name="connsiteX35" fmla="*/ 6714652 w 849465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323079 w 8503236"/>
                <a:gd name="connsiteY30" fmla="*/ 927626 h 1734757"/>
                <a:gd name="connsiteX31" fmla="*/ 4547291 w 8503236"/>
                <a:gd name="connsiteY31" fmla="*/ 1345422 h 1734757"/>
                <a:gd name="connsiteX32" fmla="*/ 4741290 w 8503236"/>
                <a:gd name="connsiteY32" fmla="*/ 1665473 h 1734757"/>
                <a:gd name="connsiteX33" fmla="*/ 5491756 w 8503236"/>
                <a:gd name="connsiteY33" fmla="*/ 1125715 h 1734757"/>
                <a:gd name="connsiteX34" fmla="*/ 5790968 w 8503236"/>
                <a:gd name="connsiteY34" fmla="*/ 814037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323079 w 8503236"/>
                <a:gd name="connsiteY30" fmla="*/ 927626 h 1734757"/>
                <a:gd name="connsiteX31" fmla="*/ 4547291 w 8503236"/>
                <a:gd name="connsiteY31" fmla="*/ 1345422 h 1734757"/>
                <a:gd name="connsiteX32" fmla="*/ 4741290 w 8503236"/>
                <a:gd name="connsiteY32" fmla="*/ 1665473 h 1734757"/>
                <a:gd name="connsiteX33" fmla="*/ 5491756 w 8503236"/>
                <a:gd name="connsiteY33" fmla="*/ 1125715 h 1734757"/>
                <a:gd name="connsiteX34" fmla="*/ 5790968 w 8503236"/>
                <a:gd name="connsiteY34" fmla="*/ 814037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323079 w 8503236"/>
                <a:gd name="connsiteY30" fmla="*/ 927626 h 1734757"/>
                <a:gd name="connsiteX31" fmla="*/ 4547291 w 8503236"/>
                <a:gd name="connsiteY31" fmla="*/ 1345422 h 1734757"/>
                <a:gd name="connsiteX32" fmla="*/ 4741290 w 8503236"/>
                <a:gd name="connsiteY32" fmla="*/ 1665473 h 1734757"/>
                <a:gd name="connsiteX33" fmla="*/ 5491756 w 8503236"/>
                <a:gd name="connsiteY33" fmla="*/ 1125715 h 1734757"/>
                <a:gd name="connsiteX34" fmla="*/ 5790968 w 8503236"/>
                <a:gd name="connsiteY34" fmla="*/ 814037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47291 w 8503236"/>
                <a:gd name="connsiteY31" fmla="*/ 1345422 h 1734757"/>
                <a:gd name="connsiteX32" fmla="*/ 4741290 w 8503236"/>
                <a:gd name="connsiteY32" fmla="*/ 1665473 h 1734757"/>
                <a:gd name="connsiteX33" fmla="*/ 5491756 w 8503236"/>
                <a:gd name="connsiteY33" fmla="*/ 1125715 h 1734757"/>
                <a:gd name="connsiteX34" fmla="*/ 5790968 w 8503236"/>
                <a:gd name="connsiteY34" fmla="*/ 814037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741290 w 8503236"/>
                <a:gd name="connsiteY32" fmla="*/ 1665473 h 1734757"/>
                <a:gd name="connsiteX33" fmla="*/ 5491756 w 8503236"/>
                <a:gd name="connsiteY33" fmla="*/ 1125715 h 1734757"/>
                <a:gd name="connsiteX34" fmla="*/ 5790968 w 8503236"/>
                <a:gd name="connsiteY34" fmla="*/ 814037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779931 w 8503236"/>
                <a:gd name="connsiteY32" fmla="*/ 1609900 h 1734757"/>
                <a:gd name="connsiteX33" fmla="*/ 5491756 w 8503236"/>
                <a:gd name="connsiteY33" fmla="*/ 1125715 h 1734757"/>
                <a:gd name="connsiteX34" fmla="*/ 5790968 w 8503236"/>
                <a:gd name="connsiteY34" fmla="*/ 814037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779931 w 8503236"/>
                <a:gd name="connsiteY32" fmla="*/ 1609900 h 1734757"/>
                <a:gd name="connsiteX33" fmla="*/ 5491756 w 8503236"/>
                <a:gd name="connsiteY33" fmla="*/ 1125715 h 1734757"/>
                <a:gd name="connsiteX34" fmla="*/ 5790968 w 8503236"/>
                <a:gd name="connsiteY34" fmla="*/ 814037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779931 w 8503236"/>
                <a:gd name="connsiteY32" fmla="*/ 1609900 h 1734757"/>
                <a:gd name="connsiteX33" fmla="*/ 5491756 w 8503236"/>
                <a:gd name="connsiteY33" fmla="*/ 1070143 h 1734757"/>
                <a:gd name="connsiteX34" fmla="*/ 5790968 w 8503236"/>
                <a:gd name="connsiteY34" fmla="*/ 814037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779931 w 8503236"/>
                <a:gd name="connsiteY32" fmla="*/ 1609900 h 1734757"/>
                <a:gd name="connsiteX33" fmla="*/ 5491756 w 8503236"/>
                <a:gd name="connsiteY33" fmla="*/ 1070143 h 1734757"/>
                <a:gd name="connsiteX34" fmla="*/ 5829609 w 8503236"/>
                <a:gd name="connsiteY34" fmla="*/ 744571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779931 w 8503236"/>
                <a:gd name="connsiteY32" fmla="*/ 1609900 h 1734757"/>
                <a:gd name="connsiteX33" fmla="*/ 5356514 w 8503236"/>
                <a:gd name="connsiteY33" fmla="*/ 1209076 h 1734757"/>
                <a:gd name="connsiteX34" fmla="*/ 5829609 w 8503236"/>
                <a:gd name="connsiteY34" fmla="*/ 744571 h 1734757"/>
                <a:gd name="connsiteX35" fmla="*/ 6723232 w 8503236"/>
                <a:gd name="connsiteY35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779931 w 8503236"/>
                <a:gd name="connsiteY32" fmla="*/ 1609900 h 1734757"/>
                <a:gd name="connsiteX33" fmla="*/ 5829609 w 8503236"/>
                <a:gd name="connsiteY33" fmla="*/ 744571 h 1734757"/>
                <a:gd name="connsiteX34" fmla="*/ 6723232 w 8503236"/>
                <a:gd name="connsiteY34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779931 w 8503236"/>
                <a:gd name="connsiteY32" fmla="*/ 1609900 h 1734757"/>
                <a:gd name="connsiteX33" fmla="*/ 5829609 w 8503236"/>
                <a:gd name="connsiteY33" fmla="*/ 744571 h 1734757"/>
                <a:gd name="connsiteX34" fmla="*/ 6723232 w 8503236"/>
                <a:gd name="connsiteY34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882973 w 8503236"/>
                <a:gd name="connsiteY32" fmla="*/ 1596007 h 1734757"/>
                <a:gd name="connsiteX33" fmla="*/ 5829609 w 8503236"/>
                <a:gd name="connsiteY33" fmla="*/ 744571 h 1734757"/>
                <a:gd name="connsiteX34" fmla="*/ 6723232 w 8503236"/>
                <a:gd name="connsiteY34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275955 h 1734757"/>
                <a:gd name="connsiteX32" fmla="*/ 4850773 w 8503236"/>
                <a:gd name="connsiteY32" fmla="*/ 1596007 h 1734757"/>
                <a:gd name="connsiteX33" fmla="*/ 5829609 w 8503236"/>
                <a:gd name="connsiteY33" fmla="*/ 744571 h 1734757"/>
                <a:gd name="connsiteX34" fmla="*/ 6723232 w 8503236"/>
                <a:gd name="connsiteY34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303743 h 1734757"/>
                <a:gd name="connsiteX32" fmla="*/ 4850773 w 8503236"/>
                <a:gd name="connsiteY32" fmla="*/ 1596007 h 1734757"/>
                <a:gd name="connsiteX33" fmla="*/ 5829609 w 8503236"/>
                <a:gd name="connsiteY33" fmla="*/ 744571 h 1734757"/>
                <a:gd name="connsiteX34" fmla="*/ 6723232 w 8503236"/>
                <a:gd name="connsiteY34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21289 w 8503236"/>
                <a:gd name="connsiteY18" fmla="*/ 982574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303743 h 1734757"/>
                <a:gd name="connsiteX32" fmla="*/ 4850773 w 8503236"/>
                <a:gd name="connsiteY32" fmla="*/ 1596007 h 1734757"/>
                <a:gd name="connsiteX33" fmla="*/ 5829609 w 8503236"/>
                <a:gd name="connsiteY33" fmla="*/ 744571 h 1734757"/>
                <a:gd name="connsiteX34" fmla="*/ 6723232 w 8503236"/>
                <a:gd name="connsiteY34" fmla="*/ 214691 h 1734757"/>
                <a:gd name="connsiteX0" fmla="*/ 6723232 w 8503236"/>
                <a:gd name="connsiteY0" fmla="*/ 214691 h 1734757"/>
                <a:gd name="connsiteX1" fmla="*/ 6735699 w 8503236"/>
                <a:gd name="connsiteY1" fmla="*/ 214691 h 1734757"/>
                <a:gd name="connsiteX2" fmla="*/ 7171897 w 8503236"/>
                <a:gd name="connsiteY2" fmla="*/ 789985 h 1734757"/>
                <a:gd name="connsiteX3" fmla="*/ 7331351 w 8503236"/>
                <a:gd name="connsiteY3" fmla="*/ 1114171 h 1734757"/>
                <a:gd name="connsiteX4" fmla="*/ 8458598 w 8503236"/>
                <a:gd name="connsiteY4" fmla="*/ 880513 h 1734757"/>
                <a:gd name="connsiteX5" fmla="*/ 8503236 w 8503236"/>
                <a:gd name="connsiteY5" fmla="*/ 929103 h 1734757"/>
                <a:gd name="connsiteX6" fmla="*/ 7321193 w 8503236"/>
                <a:gd name="connsiteY6" fmla="*/ 1173736 h 1734757"/>
                <a:gd name="connsiteX7" fmla="*/ 7132801 w 8503236"/>
                <a:gd name="connsiteY7" fmla="*/ 814498 h 1734757"/>
                <a:gd name="connsiteX8" fmla="*/ 6734776 w 8503236"/>
                <a:gd name="connsiteY8" fmla="*/ 275180 h 1734757"/>
                <a:gd name="connsiteX9" fmla="*/ 6723694 w 8503236"/>
                <a:gd name="connsiteY9" fmla="*/ 275180 h 1734757"/>
                <a:gd name="connsiteX10" fmla="*/ 5834833 w 8503236"/>
                <a:gd name="connsiteY10" fmla="*/ 855594 h 1734757"/>
                <a:gd name="connsiteX11" fmla="*/ 5706468 w 8503236"/>
                <a:gd name="connsiteY11" fmla="*/ 987191 h 1734757"/>
                <a:gd name="connsiteX12" fmla="*/ 5536546 w 8503236"/>
                <a:gd name="connsiteY12" fmla="*/ 1166348 h 1734757"/>
                <a:gd name="connsiteX13" fmla="*/ 5147294 w 8503236"/>
                <a:gd name="connsiteY13" fmla="*/ 1556985 h 1734757"/>
                <a:gd name="connsiteX14" fmla="*/ 4789903 w 8503236"/>
                <a:gd name="connsiteY14" fmla="*/ 1734757 h 1734757"/>
                <a:gd name="connsiteX15" fmla="*/ 4746961 w 8503236"/>
                <a:gd name="connsiteY15" fmla="*/ 1730601 h 1734757"/>
                <a:gd name="connsiteX16" fmla="*/ 4515165 w 8503236"/>
                <a:gd name="connsiteY16" fmla="*/ 1387063 h 1734757"/>
                <a:gd name="connsiteX17" fmla="*/ 4289372 w 8503236"/>
                <a:gd name="connsiteY17" fmla="*/ 977494 h 1734757"/>
                <a:gd name="connsiteX18" fmla="*/ 3466370 w 8503236"/>
                <a:gd name="connsiteY18" fmla="*/ 1010362 h 1734757"/>
                <a:gd name="connsiteX19" fmla="*/ 2470556 w 8503236"/>
                <a:gd name="connsiteY19" fmla="*/ 1209752 h 1734757"/>
                <a:gd name="connsiteX20" fmla="*/ 2452219 w 8503236"/>
                <a:gd name="connsiteY20" fmla="*/ 1207524 h 1734757"/>
                <a:gd name="connsiteX21" fmla="*/ 2235960 w 8503236"/>
                <a:gd name="connsiteY21" fmla="*/ 1255622 h 1734757"/>
                <a:gd name="connsiteX22" fmla="*/ 1427065 w 8503236"/>
                <a:gd name="connsiteY22" fmla="*/ 1328755 h 1734757"/>
                <a:gd name="connsiteX23" fmla="*/ 1119407 w 8503236"/>
                <a:gd name="connsiteY23" fmla="*/ 1317325 h 1734757"/>
                <a:gd name="connsiteX24" fmla="*/ 142284 w 8503236"/>
                <a:gd name="connsiteY24" fmla="*/ 971172 h 1734757"/>
                <a:gd name="connsiteX25" fmla="*/ 36016 w 8503236"/>
                <a:gd name="connsiteY25" fmla="*/ 496270 h 1734757"/>
                <a:gd name="connsiteX26" fmla="*/ 200709 w 8503236"/>
                <a:gd name="connsiteY26" fmla="*/ 0 h 1734757"/>
                <a:gd name="connsiteX27" fmla="*/ 274706 w 8503236"/>
                <a:gd name="connsiteY27" fmla="*/ 55572 h 1734757"/>
                <a:gd name="connsiteX28" fmla="*/ 249775 w 8503236"/>
                <a:gd name="connsiteY28" fmla="*/ 930610 h 1734757"/>
                <a:gd name="connsiteX29" fmla="*/ 3526130 w 8503236"/>
                <a:gd name="connsiteY29" fmla="*/ 840111 h 1734757"/>
                <a:gd name="connsiteX30" fmla="*/ 4297319 w 8503236"/>
                <a:gd name="connsiteY30" fmla="*/ 872053 h 1734757"/>
                <a:gd name="connsiteX31" fmla="*/ 4560172 w 8503236"/>
                <a:gd name="connsiteY31" fmla="*/ 1303743 h 1734757"/>
                <a:gd name="connsiteX32" fmla="*/ 4850773 w 8503236"/>
                <a:gd name="connsiteY32" fmla="*/ 1596007 h 1734757"/>
                <a:gd name="connsiteX33" fmla="*/ 5829609 w 8503236"/>
                <a:gd name="connsiteY33" fmla="*/ 744571 h 1734757"/>
                <a:gd name="connsiteX34" fmla="*/ 6723232 w 8503236"/>
                <a:gd name="connsiteY34" fmla="*/ 214691 h 1734757"/>
                <a:gd name="connsiteX0" fmla="*/ 6719897 w 8499901"/>
                <a:gd name="connsiteY0" fmla="*/ 214691 h 1734757"/>
                <a:gd name="connsiteX1" fmla="*/ 6732364 w 8499901"/>
                <a:gd name="connsiteY1" fmla="*/ 214691 h 1734757"/>
                <a:gd name="connsiteX2" fmla="*/ 7168562 w 8499901"/>
                <a:gd name="connsiteY2" fmla="*/ 789985 h 1734757"/>
                <a:gd name="connsiteX3" fmla="*/ 7328016 w 8499901"/>
                <a:gd name="connsiteY3" fmla="*/ 1114171 h 1734757"/>
                <a:gd name="connsiteX4" fmla="*/ 8455263 w 8499901"/>
                <a:gd name="connsiteY4" fmla="*/ 880513 h 1734757"/>
                <a:gd name="connsiteX5" fmla="*/ 8499901 w 8499901"/>
                <a:gd name="connsiteY5" fmla="*/ 929103 h 1734757"/>
                <a:gd name="connsiteX6" fmla="*/ 7317858 w 8499901"/>
                <a:gd name="connsiteY6" fmla="*/ 1173736 h 1734757"/>
                <a:gd name="connsiteX7" fmla="*/ 7129466 w 8499901"/>
                <a:gd name="connsiteY7" fmla="*/ 814498 h 1734757"/>
                <a:gd name="connsiteX8" fmla="*/ 6731441 w 8499901"/>
                <a:gd name="connsiteY8" fmla="*/ 275180 h 1734757"/>
                <a:gd name="connsiteX9" fmla="*/ 6720359 w 8499901"/>
                <a:gd name="connsiteY9" fmla="*/ 275180 h 1734757"/>
                <a:gd name="connsiteX10" fmla="*/ 5831498 w 8499901"/>
                <a:gd name="connsiteY10" fmla="*/ 855594 h 1734757"/>
                <a:gd name="connsiteX11" fmla="*/ 5703133 w 8499901"/>
                <a:gd name="connsiteY11" fmla="*/ 987191 h 1734757"/>
                <a:gd name="connsiteX12" fmla="*/ 5533211 w 8499901"/>
                <a:gd name="connsiteY12" fmla="*/ 1166348 h 1734757"/>
                <a:gd name="connsiteX13" fmla="*/ 5143959 w 8499901"/>
                <a:gd name="connsiteY13" fmla="*/ 1556985 h 1734757"/>
                <a:gd name="connsiteX14" fmla="*/ 4786568 w 8499901"/>
                <a:gd name="connsiteY14" fmla="*/ 1734757 h 1734757"/>
                <a:gd name="connsiteX15" fmla="*/ 4743626 w 8499901"/>
                <a:gd name="connsiteY15" fmla="*/ 1730601 h 1734757"/>
                <a:gd name="connsiteX16" fmla="*/ 4511830 w 8499901"/>
                <a:gd name="connsiteY16" fmla="*/ 1387063 h 1734757"/>
                <a:gd name="connsiteX17" fmla="*/ 4286037 w 8499901"/>
                <a:gd name="connsiteY17" fmla="*/ 977494 h 1734757"/>
                <a:gd name="connsiteX18" fmla="*/ 3463035 w 8499901"/>
                <a:gd name="connsiteY18" fmla="*/ 1010362 h 1734757"/>
                <a:gd name="connsiteX19" fmla="*/ 2467221 w 8499901"/>
                <a:gd name="connsiteY19" fmla="*/ 1209752 h 1734757"/>
                <a:gd name="connsiteX20" fmla="*/ 2448884 w 8499901"/>
                <a:gd name="connsiteY20" fmla="*/ 1207524 h 1734757"/>
                <a:gd name="connsiteX21" fmla="*/ 2232625 w 8499901"/>
                <a:gd name="connsiteY21" fmla="*/ 1255622 h 1734757"/>
                <a:gd name="connsiteX22" fmla="*/ 1423730 w 8499901"/>
                <a:gd name="connsiteY22" fmla="*/ 1328755 h 1734757"/>
                <a:gd name="connsiteX23" fmla="*/ 1116072 w 8499901"/>
                <a:gd name="connsiteY23" fmla="*/ 1317325 h 1734757"/>
                <a:gd name="connsiteX24" fmla="*/ 138949 w 8499901"/>
                <a:gd name="connsiteY24" fmla="*/ 971172 h 1734757"/>
                <a:gd name="connsiteX25" fmla="*/ 32681 w 8499901"/>
                <a:gd name="connsiteY25" fmla="*/ 496270 h 1734757"/>
                <a:gd name="connsiteX26" fmla="*/ 197374 w 8499901"/>
                <a:gd name="connsiteY26" fmla="*/ 0 h 1734757"/>
                <a:gd name="connsiteX27" fmla="*/ 271371 w 8499901"/>
                <a:gd name="connsiteY27" fmla="*/ 55572 h 1734757"/>
                <a:gd name="connsiteX28" fmla="*/ 246440 w 8499901"/>
                <a:gd name="connsiteY28" fmla="*/ 930610 h 1734757"/>
                <a:gd name="connsiteX29" fmla="*/ 3477714 w 8499901"/>
                <a:gd name="connsiteY29" fmla="*/ 840111 h 1734757"/>
                <a:gd name="connsiteX30" fmla="*/ 4293984 w 8499901"/>
                <a:gd name="connsiteY30" fmla="*/ 872053 h 1734757"/>
                <a:gd name="connsiteX31" fmla="*/ 4556837 w 8499901"/>
                <a:gd name="connsiteY31" fmla="*/ 1303743 h 1734757"/>
                <a:gd name="connsiteX32" fmla="*/ 4847438 w 8499901"/>
                <a:gd name="connsiteY32" fmla="*/ 1596007 h 1734757"/>
                <a:gd name="connsiteX33" fmla="*/ 5826274 w 8499901"/>
                <a:gd name="connsiteY33" fmla="*/ 744571 h 1734757"/>
                <a:gd name="connsiteX34" fmla="*/ 6719897 w 8499901"/>
                <a:gd name="connsiteY34" fmla="*/ 214691 h 1734757"/>
                <a:gd name="connsiteX0" fmla="*/ 6719897 w 8499901"/>
                <a:gd name="connsiteY0" fmla="*/ 214691 h 1734757"/>
                <a:gd name="connsiteX1" fmla="*/ 6732364 w 8499901"/>
                <a:gd name="connsiteY1" fmla="*/ 214691 h 1734757"/>
                <a:gd name="connsiteX2" fmla="*/ 7168562 w 8499901"/>
                <a:gd name="connsiteY2" fmla="*/ 789985 h 1734757"/>
                <a:gd name="connsiteX3" fmla="*/ 7328016 w 8499901"/>
                <a:gd name="connsiteY3" fmla="*/ 1114171 h 1734757"/>
                <a:gd name="connsiteX4" fmla="*/ 8455263 w 8499901"/>
                <a:gd name="connsiteY4" fmla="*/ 880513 h 1734757"/>
                <a:gd name="connsiteX5" fmla="*/ 8499901 w 8499901"/>
                <a:gd name="connsiteY5" fmla="*/ 929103 h 1734757"/>
                <a:gd name="connsiteX6" fmla="*/ 7317858 w 8499901"/>
                <a:gd name="connsiteY6" fmla="*/ 1173736 h 1734757"/>
                <a:gd name="connsiteX7" fmla="*/ 7129466 w 8499901"/>
                <a:gd name="connsiteY7" fmla="*/ 814498 h 1734757"/>
                <a:gd name="connsiteX8" fmla="*/ 6731441 w 8499901"/>
                <a:gd name="connsiteY8" fmla="*/ 275180 h 1734757"/>
                <a:gd name="connsiteX9" fmla="*/ 6720359 w 8499901"/>
                <a:gd name="connsiteY9" fmla="*/ 275180 h 1734757"/>
                <a:gd name="connsiteX10" fmla="*/ 5831498 w 8499901"/>
                <a:gd name="connsiteY10" fmla="*/ 855594 h 1734757"/>
                <a:gd name="connsiteX11" fmla="*/ 5703133 w 8499901"/>
                <a:gd name="connsiteY11" fmla="*/ 987191 h 1734757"/>
                <a:gd name="connsiteX12" fmla="*/ 5533211 w 8499901"/>
                <a:gd name="connsiteY12" fmla="*/ 1166348 h 1734757"/>
                <a:gd name="connsiteX13" fmla="*/ 5143959 w 8499901"/>
                <a:gd name="connsiteY13" fmla="*/ 1556985 h 1734757"/>
                <a:gd name="connsiteX14" fmla="*/ 4786568 w 8499901"/>
                <a:gd name="connsiteY14" fmla="*/ 1734757 h 1734757"/>
                <a:gd name="connsiteX15" fmla="*/ 4743626 w 8499901"/>
                <a:gd name="connsiteY15" fmla="*/ 1730601 h 1734757"/>
                <a:gd name="connsiteX16" fmla="*/ 4511830 w 8499901"/>
                <a:gd name="connsiteY16" fmla="*/ 1387063 h 1734757"/>
                <a:gd name="connsiteX17" fmla="*/ 4286037 w 8499901"/>
                <a:gd name="connsiteY17" fmla="*/ 977494 h 1734757"/>
                <a:gd name="connsiteX18" fmla="*/ 3463035 w 8499901"/>
                <a:gd name="connsiteY18" fmla="*/ 1010362 h 1734757"/>
                <a:gd name="connsiteX19" fmla="*/ 2467221 w 8499901"/>
                <a:gd name="connsiteY19" fmla="*/ 1209752 h 1734757"/>
                <a:gd name="connsiteX20" fmla="*/ 2448884 w 8499901"/>
                <a:gd name="connsiteY20" fmla="*/ 1207524 h 1734757"/>
                <a:gd name="connsiteX21" fmla="*/ 2232625 w 8499901"/>
                <a:gd name="connsiteY21" fmla="*/ 1255622 h 1734757"/>
                <a:gd name="connsiteX22" fmla="*/ 1423730 w 8499901"/>
                <a:gd name="connsiteY22" fmla="*/ 1328755 h 1734757"/>
                <a:gd name="connsiteX23" fmla="*/ 1116072 w 8499901"/>
                <a:gd name="connsiteY23" fmla="*/ 1317325 h 1734757"/>
                <a:gd name="connsiteX24" fmla="*/ 138949 w 8499901"/>
                <a:gd name="connsiteY24" fmla="*/ 971172 h 1734757"/>
                <a:gd name="connsiteX25" fmla="*/ 32681 w 8499901"/>
                <a:gd name="connsiteY25" fmla="*/ 496270 h 1734757"/>
                <a:gd name="connsiteX26" fmla="*/ 197374 w 8499901"/>
                <a:gd name="connsiteY26" fmla="*/ 0 h 1734757"/>
                <a:gd name="connsiteX27" fmla="*/ 271371 w 8499901"/>
                <a:gd name="connsiteY27" fmla="*/ 55572 h 1734757"/>
                <a:gd name="connsiteX28" fmla="*/ 246440 w 8499901"/>
                <a:gd name="connsiteY28" fmla="*/ 930610 h 1734757"/>
                <a:gd name="connsiteX29" fmla="*/ 3477714 w 8499901"/>
                <a:gd name="connsiteY29" fmla="*/ 840111 h 1734757"/>
                <a:gd name="connsiteX30" fmla="*/ 4293984 w 8499901"/>
                <a:gd name="connsiteY30" fmla="*/ 872053 h 1734757"/>
                <a:gd name="connsiteX31" fmla="*/ 4556837 w 8499901"/>
                <a:gd name="connsiteY31" fmla="*/ 1303743 h 1734757"/>
                <a:gd name="connsiteX32" fmla="*/ 4847438 w 8499901"/>
                <a:gd name="connsiteY32" fmla="*/ 1596007 h 1734757"/>
                <a:gd name="connsiteX33" fmla="*/ 5826274 w 8499901"/>
                <a:gd name="connsiteY33" fmla="*/ 744571 h 1734757"/>
                <a:gd name="connsiteX34" fmla="*/ 6719897 w 8499901"/>
                <a:gd name="connsiteY34" fmla="*/ 214691 h 1734757"/>
                <a:gd name="connsiteX0" fmla="*/ 6702261 w 8482265"/>
                <a:gd name="connsiteY0" fmla="*/ 214691 h 1734757"/>
                <a:gd name="connsiteX1" fmla="*/ 6714728 w 8482265"/>
                <a:gd name="connsiteY1" fmla="*/ 214691 h 1734757"/>
                <a:gd name="connsiteX2" fmla="*/ 7150926 w 8482265"/>
                <a:gd name="connsiteY2" fmla="*/ 789985 h 1734757"/>
                <a:gd name="connsiteX3" fmla="*/ 7310380 w 8482265"/>
                <a:gd name="connsiteY3" fmla="*/ 1114171 h 1734757"/>
                <a:gd name="connsiteX4" fmla="*/ 8437627 w 8482265"/>
                <a:gd name="connsiteY4" fmla="*/ 880513 h 1734757"/>
                <a:gd name="connsiteX5" fmla="*/ 8482265 w 8482265"/>
                <a:gd name="connsiteY5" fmla="*/ 929103 h 1734757"/>
                <a:gd name="connsiteX6" fmla="*/ 7300222 w 8482265"/>
                <a:gd name="connsiteY6" fmla="*/ 1173736 h 1734757"/>
                <a:gd name="connsiteX7" fmla="*/ 7111830 w 8482265"/>
                <a:gd name="connsiteY7" fmla="*/ 814498 h 1734757"/>
                <a:gd name="connsiteX8" fmla="*/ 6713805 w 8482265"/>
                <a:gd name="connsiteY8" fmla="*/ 275180 h 1734757"/>
                <a:gd name="connsiteX9" fmla="*/ 6702723 w 8482265"/>
                <a:gd name="connsiteY9" fmla="*/ 275180 h 1734757"/>
                <a:gd name="connsiteX10" fmla="*/ 5813862 w 8482265"/>
                <a:gd name="connsiteY10" fmla="*/ 855594 h 1734757"/>
                <a:gd name="connsiteX11" fmla="*/ 5685497 w 8482265"/>
                <a:gd name="connsiteY11" fmla="*/ 987191 h 1734757"/>
                <a:gd name="connsiteX12" fmla="*/ 5515575 w 8482265"/>
                <a:gd name="connsiteY12" fmla="*/ 1166348 h 1734757"/>
                <a:gd name="connsiteX13" fmla="*/ 5126323 w 8482265"/>
                <a:gd name="connsiteY13" fmla="*/ 1556985 h 1734757"/>
                <a:gd name="connsiteX14" fmla="*/ 4768932 w 8482265"/>
                <a:gd name="connsiteY14" fmla="*/ 1734757 h 1734757"/>
                <a:gd name="connsiteX15" fmla="*/ 4725990 w 8482265"/>
                <a:gd name="connsiteY15" fmla="*/ 1730601 h 1734757"/>
                <a:gd name="connsiteX16" fmla="*/ 4494194 w 8482265"/>
                <a:gd name="connsiteY16" fmla="*/ 1387063 h 1734757"/>
                <a:gd name="connsiteX17" fmla="*/ 4268401 w 8482265"/>
                <a:gd name="connsiteY17" fmla="*/ 977494 h 1734757"/>
                <a:gd name="connsiteX18" fmla="*/ 3445399 w 8482265"/>
                <a:gd name="connsiteY18" fmla="*/ 1010362 h 1734757"/>
                <a:gd name="connsiteX19" fmla="*/ 2449585 w 8482265"/>
                <a:gd name="connsiteY19" fmla="*/ 1209752 h 1734757"/>
                <a:gd name="connsiteX20" fmla="*/ 2431248 w 8482265"/>
                <a:gd name="connsiteY20" fmla="*/ 1207524 h 1734757"/>
                <a:gd name="connsiteX21" fmla="*/ 2214989 w 8482265"/>
                <a:gd name="connsiteY21" fmla="*/ 1255622 h 1734757"/>
                <a:gd name="connsiteX22" fmla="*/ 1406094 w 8482265"/>
                <a:gd name="connsiteY22" fmla="*/ 1328755 h 1734757"/>
                <a:gd name="connsiteX23" fmla="*/ 1098436 w 8482265"/>
                <a:gd name="connsiteY23" fmla="*/ 1317325 h 1734757"/>
                <a:gd name="connsiteX24" fmla="*/ 121313 w 8482265"/>
                <a:gd name="connsiteY24" fmla="*/ 971172 h 1734757"/>
                <a:gd name="connsiteX25" fmla="*/ 15045 w 8482265"/>
                <a:gd name="connsiteY25" fmla="*/ 496270 h 1734757"/>
                <a:gd name="connsiteX26" fmla="*/ 179738 w 8482265"/>
                <a:gd name="connsiteY26" fmla="*/ 0 h 1734757"/>
                <a:gd name="connsiteX27" fmla="*/ 253735 w 8482265"/>
                <a:gd name="connsiteY27" fmla="*/ 55572 h 1734757"/>
                <a:gd name="connsiteX28" fmla="*/ 228804 w 8482265"/>
                <a:gd name="connsiteY28" fmla="*/ 930610 h 1734757"/>
                <a:gd name="connsiteX29" fmla="*/ 3221793 w 8482265"/>
                <a:gd name="connsiteY29" fmla="*/ 923472 h 1734757"/>
                <a:gd name="connsiteX30" fmla="*/ 4276348 w 8482265"/>
                <a:gd name="connsiteY30" fmla="*/ 872053 h 1734757"/>
                <a:gd name="connsiteX31" fmla="*/ 4539201 w 8482265"/>
                <a:gd name="connsiteY31" fmla="*/ 1303743 h 1734757"/>
                <a:gd name="connsiteX32" fmla="*/ 4829802 w 8482265"/>
                <a:gd name="connsiteY32" fmla="*/ 1596007 h 1734757"/>
                <a:gd name="connsiteX33" fmla="*/ 5808638 w 8482265"/>
                <a:gd name="connsiteY33" fmla="*/ 744571 h 1734757"/>
                <a:gd name="connsiteX34" fmla="*/ 6702261 w 8482265"/>
                <a:gd name="connsiteY34" fmla="*/ 214691 h 1734757"/>
                <a:gd name="connsiteX0" fmla="*/ 6702261 w 8482265"/>
                <a:gd name="connsiteY0" fmla="*/ 214691 h 1734757"/>
                <a:gd name="connsiteX1" fmla="*/ 6714728 w 8482265"/>
                <a:gd name="connsiteY1" fmla="*/ 214691 h 1734757"/>
                <a:gd name="connsiteX2" fmla="*/ 7150926 w 8482265"/>
                <a:gd name="connsiteY2" fmla="*/ 789985 h 1734757"/>
                <a:gd name="connsiteX3" fmla="*/ 7310380 w 8482265"/>
                <a:gd name="connsiteY3" fmla="*/ 1114171 h 1734757"/>
                <a:gd name="connsiteX4" fmla="*/ 8437627 w 8482265"/>
                <a:gd name="connsiteY4" fmla="*/ 880513 h 1734757"/>
                <a:gd name="connsiteX5" fmla="*/ 8482265 w 8482265"/>
                <a:gd name="connsiteY5" fmla="*/ 929103 h 1734757"/>
                <a:gd name="connsiteX6" fmla="*/ 7300222 w 8482265"/>
                <a:gd name="connsiteY6" fmla="*/ 1173736 h 1734757"/>
                <a:gd name="connsiteX7" fmla="*/ 7111830 w 8482265"/>
                <a:gd name="connsiteY7" fmla="*/ 814498 h 1734757"/>
                <a:gd name="connsiteX8" fmla="*/ 6713805 w 8482265"/>
                <a:gd name="connsiteY8" fmla="*/ 275180 h 1734757"/>
                <a:gd name="connsiteX9" fmla="*/ 6702723 w 8482265"/>
                <a:gd name="connsiteY9" fmla="*/ 275180 h 1734757"/>
                <a:gd name="connsiteX10" fmla="*/ 5813862 w 8482265"/>
                <a:gd name="connsiteY10" fmla="*/ 855594 h 1734757"/>
                <a:gd name="connsiteX11" fmla="*/ 5685497 w 8482265"/>
                <a:gd name="connsiteY11" fmla="*/ 987191 h 1734757"/>
                <a:gd name="connsiteX12" fmla="*/ 5515575 w 8482265"/>
                <a:gd name="connsiteY12" fmla="*/ 1166348 h 1734757"/>
                <a:gd name="connsiteX13" fmla="*/ 5126323 w 8482265"/>
                <a:gd name="connsiteY13" fmla="*/ 1556985 h 1734757"/>
                <a:gd name="connsiteX14" fmla="*/ 4768932 w 8482265"/>
                <a:gd name="connsiteY14" fmla="*/ 1734757 h 1734757"/>
                <a:gd name="connsiteX15" fmla="*/ 4725990 w 8482265"/>
                <a:gd name="connsiteY15" fmla="*/ 1730601 h 1734757"/>
                <a:gd name="connsiteX16" fmla="*/ 4494194 w 8482265"/>
                <a:gd name="connsiteY16" fmla="*/ 1387063 h 1734757"/>
                <a:gd name="connsiteX17" fmla="*/ 4268401 w 8482265"/>
                <a:gd name="connsiteY17" fmla="*/ 977494 h 1734757"/>
                <a:gd name="connsiteX18" fmla="*/ 3445399 w 8482265"/>
                <a:gd name="connsiteY18" fmla="*/ 1010362 h 1734757"/>
                <a:gd name="connsiteX19" fmla="*/ 2449585 w 8482265"/>
                <a:gd name="connsiteY19" fmla="*/ 1209752 h 1734757"/>
                <a:gd name="connsiteX20" fmla="*/ 2431248 w 8482265"/>
                <a:gd name="connsiteY20" fmla="*/ 1207524 h 1734757"/>
                <a:gd name="connsiteX21" fmla="*/ 2214989 w 8482265"/>
                <a:gd name="connsiteY21" fmla="*/ 1255622 h 1734757"/>
                <a:gd name="connsiteX22" fmla="*/ 1406094 w 8482265"/>
                <a:gd name="connsiteY22" fmla="*/ 1328755 h 1734757"/>
                <a:gd name="connsiteX23" fmla="*/ 1098436 w 8482265"/>
                <a:gd name="connsiteY23" fmla="*/ 1317325 h 1734757"/>
                <a:gd name="connsiteX24" fmla="*/ 121313 w 8482265"/>
                <a:gd name="connsiteY24" fmla="*/ 971172 h 1734757"/>
                <a:gd name="connsiteX25" fmla="*/ 15045 w 8482265"/>
                <a:gd name="connsiteY25" fmla="*/ 496270 h 1734757"/>
                <a:gd name="connsiteX26" fmla="*/ 179738 w 8482265"/>
                <a:gd name="connsiteY26" fmla="*/ 0 h 1734757"/>
                <a:gd name="connsiteX27" fmla="*/ 253735 w 8482265"/>
                <a:gd name="connsiteY27" fmla="*/ 55572 h 1734757"/>
                <a:gd name="connsiteX28" fmla="*/ 228804 w 8482265"/>
                <a:gd name="connsiteY28" fmla="*/ 930610 h 1734757"/>
                <a:gd name="connsiteX29" fmla="*/ 3221793 w 8482265"/>
                <a:gd name="connsiteY29" fmla="*/ 923472 h 1734757"/>
                <a:gd name="connsiteX30" fmla="*/ 4276348 w 8482265"/>
                <a:gd name="connsiteY30" fmla="*/ 872053 h 1734757"/>
                <a:gd name="connsiteX31" fmla="*/ 4539201 w 8482265"/>
                <a:gd name="connsiteY31" fmla="*/ 1303743 h 1734757"/>
                <a:gd name="connsiteX32" fmla="*/ 4829802 w 8482265"/>
                <a:gd name="connsiteY32" fmla="*/ 1596007 h 1734757"/>
                <a:gd name="connsiteX33" fmla="*/ 5808638 w 8482265"/>
                <a:gd name="connsiteY33" fmla="*/ 744571 h 1734757"/>
                <a:gd name="connsiteX34" fmla="*/ 6702261 w 8482265"/>
                <a:gd name="connsiteY34" fmla="*/ 214691 h 1734757"/>
                <a:gd name="connsiteX0" fmla="*/ 6702261 w 8482265"/>
                <a:gd name="connsiteY0" fmla="*/ 214691 h 1734757"/>
                <a:gd name="connsiteX1" fmla="*/ 6714728 w 8482265"/>
                <a:gd name="connsiteY1" fmla="*/ 214691 h 1734757"/>
                <a:gd name="connsiteX2" fmla="*/ 7150926 w 8482265"/>
                <a:gd name="connsiteY2" fmla="*/ 789985 h 1734757"/>
                <a:gd name="connsiteX3" fmla="*/ 7310380 w 8482265"/>
                <a:gd name="connsiteY3" fmla="*/ 1114171 h 1734757"/>
                <a:gd name="connsiteX4" fmla="*/ 8437627 w 8482265"/>
                <a:gd name="connsiteY4" fmla="*/ 880513 h 1734757"/>
                <a:gd name="connsiteX5" fmla="*/ 8482265 w 8482265"/>
                <a:gd name="connsiteY5" fmla="*/ 929103 h 1734757"/>
                <a:gd name="connsiteX6" fmla="*/ 7300222 w 8482265"/>
                <a:gd name="connsiteY6" fmla="*/ 1173736 h 1734757"/>
                <a:gd name="connsiteX7" fmla="*/ 7111830 w 8482265"/>
                <a:gd name="connsiteY7" fmla="*/ 814498 h 1734757"/>
                <a:gd name="connsiteX8" fmla="*/ 6713805 w 8482265"/>
                <a:gd name="connsiteY8" fmla="*/ 275180 h 1734757"/>
                <a:gd name="connsiteX9" fmla="*/ 6702723 w 8482265"/>
                <a:gd name="connsiteY9" fmla="*/ 275180 h 1734757"/>
                <a:gd name="connsiteX10" fmla="*/ 5813862 w 8482265"/>
                <a:gd name="connsiteY10" fmla="*/ 855594 h 1734757"/>
                <a:gd name="connsiteX11" fmla="*/ 5685497 w 8482265"/>
                <a:gd name="connsiteY11" fmla="*/ 987191 h 1734757"/>
                <a:gd name="connsiteX12" fmla="*/ 5515575 w 8482265"/>
                <a:gd name="connsiteY12" fmla="*/ 1166348 h 1734757"/>
                <a:gd name="connsiteX13" fmla="*/ 5126323 w 8482265"/>
                <a:gd name="connsiteY13" fmla="*/ 1556985 h 1734757"/>
                <a:gd name="connsiteX14" fmla="*/ 4768932 w 8482265"/>
                <a:gd name="connsiteY14" fmla="*/ 1734757 h 1734757"/>
                <a:gd name="connsiteX15" fmla="*/ 4725990 w 8482265"/>
                <a:gd name="connsiteY15" fmla="*/ 1730601 h 1734757"/>
                <a:gd name="connsiteX16" fmla="*/ 4494194 w 8482265"/>
                <a:gd name="connsiteY16" fmla="*/ 1387063 h 1734757"/>
                <a:gd name="connsiteX17" fmla="*/ 4268401 w 8482265"/>
                <a:gd name="connsiteY17" fmla="*/ 977494 h 1734757"/>
                <a:gd name="connsiteX18" fmla="*/ 3445399 w 8482265"/>
                <a:gd name="connsiteY18" fmla="*/ 1010362 h 1734757"/>
                <a:gd name="connsiteX19" fmla="*/ 2449585 w 8482265"/>
                <a:gd name="connsiteY19" fmla="*/ 1209752 h 1734757"/>
                <a:gd name="connsiteX20" fmla="*/ 2431248 w 8482265"/>
                <a:gd name="connsiteY20" fmla="*/ 1207524 h 1734757"/>
                <a:gd name="connsiteX21" fmla="*/ 2214989 w 8482265"/>
                <a:gd name="connsiteY21" fmla="*/ 1255622 h 1734757"/>
                <a:gd name="connsiteX22" fmla="*/ 1406094 w 8482265"/>
                <a:gd name="connsiteY22" fmla="*/ 1328755 h 1734757"/>
                <a:gd name="connsiteX23" fmla="*/ 1098436 w 8482265"/>
                <a:gd name="connsiteY23" fmla="*/ 1317325 h 1734757"/>
                <a:gd name="connsiteX24" fmla="*/ 121313 w 8482265"/>
                <a:gd name="connsiteY24" fmla="*/ 971172 h 1734757"/>
                <a:gd name="connsiteX25" fmla="*/ 15045 w 8482265"/>
                <a:gd name="connsiteY25" fmla="*/ 496270 h 1734757"/>
                <a:gd name="connsiteX26" fmla="*/ 179738 w 8482265"/>
                <a:gd name="connsiteY26" fmla="*/ 0 h 1734757"/>
                <a:gd name="connsiteX27" fmla="*/ 253735 w 8482265"/>
                <a:gd name="connsiteY27" fmla="*/ 55572 h 1734757"/>
                <a:gd name="connsiteX28" fmla="*/ 228804 w 8482265"/>
                <a:gd name="connsiteY28" fmla="*/ 930610 h 1734757"/>
                <a:gd name="connsiteX29" fmla="*/ 3221793 w 8482265"/>
                <a:gd name="connsiteY29" fmla="*/ 923472 h 1734757"/>
                <a:gd name="connsiteX30" fmla="*/ 4276348 w 8482265"/>
                <a:gd name="connsiteY30" fmla="*/ 872053 h 1734757"/>
                <a:gd name="connsiteX31" fmla="*/ 4539201 w 8482265"/>
                <a:gd name="connsiteY31" fmla="*/ 1303743 h 1734757"/>
                <a:gd name="connsiteX32" fmla="*/ 4829802 w 8482265"/>
                <a:gd name="connsiteY32" fmla="*/ 1596007 h 1734757"/>
                <a:gd name="connsiteX33" fmla="*/ 5808638 w 8482265"/>
                <a:gd name="connsiteY33" fmla="*/ 744571 h 1734757"/>
                <a:gd name="connsiteX34" fmla="*/ 6702261 w 8482265"/>
                <a:gd name="connsiteY34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444519 w 8477199"/>
                <a:gd name="connsiteY19" fmla="*/ 1209752 h 1734757"/>
                <a:gd name="connsiteX20" fmla="*/ 2426182 w 8477199"/>
                <a:gd name="connsiteY20" fmla="*/ 1207524 h 1734757"/>
                <a:gd name="connsiteX21" fmla="*/ 2209923 w 8477199"/>
                <a:gd name="connsiteY21" fmla="*/ 1255622 h 1734757"/>
                <a:gd name="connsiteX22" fmla="*/ 1401028 w 8477199"/>
                <a:gd name="connsiteY22" fmla="*/ 1328755 h 1734757"/>
                <a:gd name="connsiteX23" fmla="*/ 1093370 w 8477199"/>
                <a:gd name="connsiteY23" fmla="*/ 1317325 h 1734757"/>
                <a:gd name="connsiteX24" fmla="*/ 116247 w 8477199"/>
                <a:gd name="connsiteY24" fmla="*/ 971172 h 1734757"/>
                <a:gd name="connsiteX25" fmla="*/ 9979 w 8477199"/>
                <a:gd name="connsiteY25" fmla="*/ 496270 h 1734757"/>
                <a:gd name="connsiteX26" fmla="*/ 174672 w 8477199"/>
                <a:gd name="connsiteY26" fmla="*/ 0 h 1734757"/>
                <a:gd name="connsiteX27" fmla="*/ 248669 w 8477199"/>
                <a:gd name="connsiteY27" fmla="*/ 55572 h 1734757"/>
                <a:gd name="connsiteX28" fmla="*/ 307460 w 8477199"/>
                <a:gd name="connsiteY28" fmla="*/ 944504 h 1734757"/>
                <a:gd name="connsiteX29" fmla="*/ 3216727 w 8477199"/>
                <a:gd name="connsiteY29" fmla="*/ 923472 h 1734757"/>
                <a:gd name="connsiteX30" fmla="*/ 4271282 w 8477199"/>
                <a:gd name="connsiteY30" fmla="*/ 872053 h 1734757"/>
                <a:gd name="connsiteX31" fmla="*/ 4534135 w 8477199"/>
                <a:gd name="connsiteY31" fmla="*/ 1303743 h 1734757"/>
                <a:gd name="connsiteX32" fmla="*/ 4824736 w 8477199"/>
                <a:gd name="connsiteY32" fmla="*/ 1596007 h 1734757"/>
                <a:gd name="connsiteX33" fmla="*/ 5803572 w 8477199"/>
                <a:gd name="connsiteY33" fmla="*/ 744571 h 1734757"/>
                <a:gd name="connsiteX34" fmla="*/ 6697195 w 8477199"/>
                <a:gd name="connsiteY34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444519 w 8477199"/>
                <a:gd name="connsiteY19" fmla="*/ 1209752 h 1734757"/>
                <a:gd name="connsiteX20" fmla="*/ 2426182 w 8477199"/>
                <a:gd name="connsiteY20" fmla="*/ 1207524 h 1734757"/>
                <a:gd name="connsiteX21" fmla="*/ 2209923 w 8477199"/>
                <a:gd name="connsiteY21" fmla="*/ 1255622 h 1734757"/>
                <a:gd name="connsiteX22" fmla="*/ 1401028 w 8477199"/>
                <a:gd name="connsiteY22" fmla="*/ 1328755 h 1734757"/>
                <a:gd name="connsiteX23" fmla="*/ 1093370 w 8477199"/>
                <a:gd name="connsiteY23" fmla="*/ 1317325 h 1734757"/>
                <a:gd name="connsiteX24" fmla="*/ 116247 w 8477199"/>
                <a:gd name="connsiteY24" fmla="*/ 971172 h 1734757"/>
                <a:gd name="connsiteX25" fmla="*/ 9979 w 8477199"/>
                <a:gd name="connsiteY25" fmla="*/ 496270 h 1734757"/>
                <a:gd name="connsiteX26" fmla="*/ 174672 w 8477199"/>
                <a:gd name="connsiteY26" fmla="*/ 0 h 1734757"/>
                <a:gd name="connsiteX27" fmla="*/ 248669 w 8477199"/>
                <a:gd name="connsiteY27" fmla="*/ 55572 h 1734757"/>
                <a:gd name="connsiteX28" fmla="*/ 307460 w 8477199"/>
                <a:gd name="connsiteY28" fmla="*/ 944504 h 1734757"/>
                <a:gd name="connsiteX29" fmla="*/ 3216727 w 8477199"/>
                <a:gd name="connsiteY29" fmla="*/ 923472 h 1734757"/>
                <a:gd name="connsiteX30" fmla="*/ 4271282 w 8477199"/>
                <a:gd name="connsiteY30" fmla="*/ 872053 h 1734757"/>
                <a:gd name="connsiteX31" fmla="*/ 4534135 w 8477199"/>
                <a:gd name="connsiteY31" fmla="*/ 1303743 h 1734757"/>
                <a:gd name="connsiteX32" fmla="*/ 4824736 w 8477199"/>
                <a:gd name="connsiteY32" fmla="*/ 1596007 h 1734757"/>
                <a:gd name="connsiteX33" fmla="*/ 5803572 w 8477199"/>
                <a:gd name="connsiteY33" fmla="*/ 744571 h 1734757"/>
                <a:gd name="connsiteX34" fmla="*/ 6697195 w 8477199"/>
                <a:gd name="connsiteY34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444519 w 8477199"/>
                <a:gd name="connsiteY19" fmla="*/ 1209752 h 1734757"/>
                <a:gd name="connsiteX20" fmla="*/ 2426182 w 8477199"/>
                <a:gd name="connsiteY20" fmla="*/ 1207524 h 1734757"/>
                <a:gd name="connsiteX21" fmla="*/ 2209923 w 8477199"/>
                <a:gd name="connsiteY21" fmla="*/ 1255622 h 1734757"/>
                <a:gd name="connsiteX22" fmla="*/ 1401028 w 8477199"/>
                <a:gd name="connsiteY22" fmla="*/ 1328755 h 1734757"/>
                <a:gd name="connsiteX23" fmla="*/ 1093370 w 8477199"/>
                <a:gd name="connsiteY23" fmla="*/ 1317325 h 1734757"/>
                <a:gd name="connsiteX24" fmla="*/ 116247 w 8477199"/>
                <a:gd name="connsiteY24" fmla="*/ 971172 h 1734757"/>
                <a:gd name="connsiteX25" fmla="*/ 9979 w 8477199"/>
                <a:gd name="connsiteY25" fmla="*/ 496270 h 1734757"/>
                <a:gd name="connsiteX26" fmla="*/ 174672 w 8477199"/>
                <a:gd name="connsiteY26" fmla="*/ 0 h 1734757"/>
                <a:gd name="connsiteX27" fmla="*/ 248669 w 8477199"/>
                <a:gd name="connsiteY27" fmla="*/ 55572 h 1734757"/>
                <a:gd name="connsiteX28" fmla="*/ 307460 w 8477199"/>
                <a:gd name="connsiteY28" fmla="*/ 944504 h 1734757"/>
                <a:gd name="connsiteX29" fmla="*/ 3216727 w 8477199"/>
                <a:gd name="connsiteY29" fmla="*/ 923472 h 1734757"/>
                <a:gd name="connsiteX30" fmla="*/ 4271282 w 8477199"/>
                <a:gd name="connsiteY30" fmla="*/ 872053 h 1734757"/>
                <a:gd name="connsiteX31" fmla="*/ 4534135 w 8477199"/>
                <a:gd name="connsiteY31" fmla="*/ 1303743 h 1734757"/>
                <a:gd name="connsiteX32" fmla="*/ 4824736 w 8477199"/>
                <a:gd name="connsiteY32" fmla="*/ 1596007 h 1734757"/>
                <a:gd name="connsiteX33" fmla="*/ 5803572 w 8477199"/>
                <a:gd name="connsiteY33" fmla="*/ 744571 h 1734757"/>
                <a:gd name="connsiteX34" fmla="*/ 6697195 w 8477199"/>
                <a:gd name="connsiteY34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444519 w 8477199"/>
                <a:gd name="connsiteY19" fmla="*/ 1209752 h 1734757"/>
                <a:gd name="connsiteX20" fmla="*/ 2426182 w 8477199"/>
                <a:gd name="connsiteY20" fmla="*/ 1207524 h 1734757"/>
                <a:gd name="connsiteX21" fmla="*/ 2209923 w 8477199"/>
                <a:gd name="connsiteY21" fmla="*/ 1255622 h 1734757"/>
                <a:gd name="connsiteX22" fmla="*/ 1401028 w 8477199"/>
                <a:gd name="connsiteY22" fmla="*/ 1328755 h 1734757"/>
                <a:gd name="connsiteX23" fmla="*/ 1093370 w 8477199"/>
                <a:gd name="connsiteY23" fmla="*/ 1317325 h 1734757"/>
                <a:gd name="connsiteX24" fmla="*/ 116247 w 8477199"/>
                <a:gd name="connsiteY24" fmla="*/ 971172 h 1734757"/>
                <a:gd name="connsiteX25" fmla="*/ 9979 w 8477199"/>
                <a:gd name="connsiteY25" fmla="*/ 496270 h 1734757"/>
                <a:gd name="connsiteX26" fmla="*/ 174672 w 8477199"/>
                <a:gd name="connsiteY26" fmla="*/ 0 h 1734757"/>
                <a:gd name="connsiteX27" fmla="*/ 248669 w 8477199"/>
                <a:gd name="connsiteY27" fmla="*/ 55572 h 1734757"/>
                <a:gd name="connsiteX28" fmla="*/ 307460 w 8477199"/>
                <a:gd name="connsiteY28" fmla="*/ 944504 h 1734757"/>
                <a:gd name="connsiteX29" fmla="*/ 3216727 w 8477199"/>
                <a:gd name="connsiteY29" fmla="*/ 923472 h 1734757"/>
                <a:gd name="connsiteX30" fmla="*/ 4271282 w 8477199"/>
                <a:gd name="connsiteY30" fmla="*/ 872053 h 1734757"/>
                <a:gd name="connsiteX31" fmla="*/ 4534135 w 8477199"/>
                <a:gd name="connsiteY31" fmla="*/ 1303743 h 1734757"/>
                <a:gd name="connsiteX32" fmla="*/ 4824736 w 8477199"/>
                <a:gd name="connsiteY32" fmla="*/ 1596007 h 1734757"/>
                <a:gd name="connsiteX33" fmla="*/ 5803572 w 8477199"/>
                <a:gd name="connsiteY33" fmla="*/ 744571 h 1734757"/>
                <a:gd name="connsiteX34" fmla="*/ 6697195 w 8477199"/>
                <a:gd name="connsiteY34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444519 w 8477199"/>
                <a:gd name="connsiteY19" fmla="*/ 1209752 h 1734757"/>
                <a:gd name="connsiteX20" fmla="*/ 2426182 w 8477199"/>
                <a:gd name="connsiteY20" fmla="*/ 1207524 h 1734757"/>
                <a:gd name="connsiteX21" fmla="*/ 2209923 w 8477199"/>
                <a:gd name="connsiteY21" fmla="*/ 1255622 h 1734757"/>
                <a:gd name="connsiteX22" fmla="*/ 1401028 w 8477199"/>
                <a:gd name="connsiteY22" fmla="*/ 1328755 h 1734757"/>
                <a:gd name="connsiteX23" fmla="*/ 1093370 w 8477199"/>
                <a:gd name="connsiteY23" fmla="*/ 1317325 h 1734757"/>
                <a:gd name="connsiteX24" fmla="*/ 116247 w 8477199"/>
                <a:gd name="connsiteY24" fmla="*/ 971172 h 1734757"/>
                <a:gd name="connsiteX25" fmla="*/ 9979 w 8477199"/>
                <a:gd name="connsiteY25" fmla="*/ 496270 h 1734757"/>
                <a:gd name="connsiteX26" fmla="*/ 174672 w 8477199"/>
                <a:gd name="connsiteY26" fmla="*/ 0 h 1734757"/>
                <a:gd name="connsiteX27" fmla="*/ 248669 w 8477199"/>
                <a:gd name="connsiteY27" fmla="*/ 55572 h 1734757"/>
                <a:gd name="connsiteX28" fmla="*/ 307460 w 8477199"/>
                <a:gd name="connsiteY28" fmla="*/ 1000075 h 1734757"/>
                <a:gd name="connsiteX29" fmla="*/ 3216727 w 8477199"/>
                <a:gd name="connsiteY29" fmla="*/ 923472 h 1734757"/>
                <a:gd name="connsiteX30" fmla="*/ 4271282 w 8477199"/>
                <a:gd name="connsiteY30" fmla="*/ 872053 h 1734757"/>
                <a:gd name="connsiteX31" fmla="*/ 4534135 w 8477199"/>
                <a:gd name="connsiteY31" fmla="*/ 1303743 h 1734757"/>
                <a:gd name="connsiteX32" fmla="*/ 4824736 w 8477199"/>
                <a:gd name="connsiteY32" fmla="*/ 1596007 h 1734757"/>
                <a:gd name="connsiteX33" fmla="*/ 5803572 w 8477199"/>
                <a:gd name="connsiteY33" fmla="*/ 744571 h 1734757"/>
                <a:gd name="connsiteX34" fmla="*/ 6697195 w 8477199"/>
                <a:gd name="connsiteY34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444519 w 8477199"/>
                <a:gd name="connsiteY19" fmla="*/ 1209752 h 1734757"/>
                <a:gd name="connsiteX20" fmla="*/ 2426182 w 8477199"/>
                <a:gd name="connsiteY20" fmla="*/ 1207524 h 1734757"/>
                <a:gd name="connsiteX21" fmla="*/ 2209923 w 8477199"/>
                <a:gd name="connsiteY21" fmla="*/ 1255622 h 1734757"/>
                <a:gd name="connsiteX22" fmla="*/ 1401028 w 8477199"/>
                <a:gd name="connsiteY22" fmla="*/ 1328755 h 1734757"/>
                <a:gd name="connsiteX23" fmla="*/ 1093370 w 8477199"/>
                <a:gd name="connsiteY23" fmla="*/ 1317325 h 1734757"/>
                <a:gd name="connsiteX24" fmla="*/ 116247 w 8477199"/>
                <a:gd name="connsiteY24" fmla="*/ 971172 h 1734757"/>
                <a:gd name="connsiteX25" fmla="*/ 9979 w 8477199"/>
                <a:gd name="connsiteY25" fmla="*/ 496270 h 1734757"/>
                <a:gd name="connsiteX26" fmla="*/ 174672 w 8477199"/>
                <a:gd name="connsiteY26" fmla="*/ 0 h 1734757"/>
                <a:gd name="connsiteX27" fmla="*/ 248669 w 8477199"/>
                <a:gd name="connsiteY27" fmla="*/ 55572 h 1734757"/>
                <a:gd name="connsiteX28" fmla="*/ 307460 w 8477199"/>
                <a:gd name="connsiteY28" fmla="*/ 1000075 h 1734757"/>
                <a:gd name="connsiteX29" fmla="*/ 3216727 w 8477199"/>
                <a:gd name="connsiteY29" fmla="*/ 923472 h 1734757"/>
                <a:gd name="connsiteX30" fmla="*/ 4271282 w 8477199"/>
                <a:gd name="connsiteY30" fmla="*/ 872053 h 1734757"/>
                <a:gd name="connsiteX31" fmla="*/ 4534135 w 8477199"/>
                <a:gd name="connsiteY31" fmla="*/ 1303743 h 1734757"/>
                <a:gd name="connsiteX32" fmla="*/ 4824736 w 8477199"/>
                <a:gd name="connsiteY32" fmla="*/ 1596007 h 1734757"/>
                <a:gd name="connsiteX33" fmla="*/ 5803572 w 8477199"/>
                <a:gd name="connsiteY33" fmla="*/ 744571 h 1734757"/>
                <a:gd name="connsiteX34" fmla="*/ 6697195 w 8477199"/>
                <a:gd name="connsiteY34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444519 w 8477199"/>
                <a:gd name="connsiteY19" fmla="*/ 1209752 h 1734757"/>
                <a:gd name="connsiteX20" fmla="*/ 2426182 w 8477199"/>
                <a:gd name="connsiteY20" fmla="*/ 1207524 h 1734757"/>
                <a:gd name="connsiteX21" fmla="*/ 2209923 w 8477199"/>
                <a:gd name="connsiteY21" fmla="*/ 1255622 h 1734757"/>
                <a:gd name="connsiteX22" fmla="*/ 1401028 w 8477199"/>
                <a:gd name="connsiteY22" fmla="*/ 1328755 h 1734757"/>
                <a:gd name="connsiteX23" fmla="*/ 1093370 w 8477199"/>
                <a:gd name="connsiteY23" fmla="*/ 1317325 h 1734757"/>
                <a:gd name="connsiteX24" fmla="*/ 116247 w 8477199"/>
                <a:gd name="connsiteY24" fmla="*/ 971172 h 1734757"/>
                <a:gd name="connsiteX25" fmla="*/ 9979 w 8477199"/>
                <a:gd name="connsiteY25" fmla="*/ 496270 h 1734757"/>
                <a:gd name="connsiteX26" fmla="*/ 174672 w 8477199"/>
                <a:gd name="connsiteY26" fmla="*/ 0 h 1734757"/>
                <a:gd name="connsiteX27" fmla="*/ 248669 w 8477199"/>
                <a:gd name="connsiteY27" fmla="*/ 55572 h 1734757"/>
                <a:gd name="connsiteX28" fmla="*/ 307460 w 8477199"/>
                <a:gd name="connsiteY28" fmla="*/ 1000075 h 1734757"/>
                <a:gd name="connsiteX29" fmla="*/ 3216727 w 8477199"/>
                <a:gd name="connsiteY29" fmla="*/ 923472 h 1734757"/>
                <a:gd name="connsiteX30" fmla="*/ 4271282 w 8477199"/>
                <a:gd name="connsiteY30" fmla="*/ 872053 h 1734757"/>
                <a:gd name="connsiteX31" fmla="*/ 4534135 w 8477199"/>
                <a:gd name="connsiteY31" fmla="*/ 1303743 h 1734757"/>
                <a:gd name="connsiteX32" fmla="*/ 4824736 w 8477199"/>
                <a:gd name="connsiteY32" fmla="*/ 1596007 h 1734757"/>
                <a:gd name="connsiteX33" fmla="*/ 5803572 w 8477199"/>
                <a:gd name="connsiteY33" fmla="*/ 744571 h 1734757"/>
                <a:gd name="connsiteX34" fmla="*/ 6697195 w 8477199"/>
                <a:gd name="connsiteY34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444519 w 8477199"/>
                <a:gd name="connsiteY19" fmla="*/ 1209752 h 1734757"/>
                <a:gd name="connsiteX20" fmla="*/ 2209923 w 8477199"/>
                <a:gd name="connsiteY20" fmla="*/ 1255622 h 1734757"/>
                <a:gd name="connsiteX21" fmla="*/ 1401028 w 8477199"/>
                <a:gd name="connsiteY21" fmla="*/ 1328755 h 1734757"/>
                <a:gd name="connsiteX22" fmla="*/ 1093370 w 8477199"/>
                <a:gd name="connsiteY22" fmla="*/ 1317325 h 1734757"/>
                <a:gd name="connsiteX23" fmla="*/ 116247 w 8477199"/>
                <a:gd name="connsiteY23" fmla="*/ 971172 h 1734757"/>
                <a:gd name="connsiteX24" fmla="*/ 9979 w 8477199"/>
                <a:gd name="connsiteY24" fmla="*/ 496270 h 1734757"/>
                <a:gd name="connsiteX25" fmla="*/ 174672 w 8477199"/>
                <a:gd name="connsiteY25" fmla="*/ 0 h 1734757"/>
                <a:gd name="connsiteX26" fmla="*/ 248669 w 8477199"/>
                <a:gd name="connsiteY26" fmla="*/ 55572 h 1734757"/>
                <a:gd name="connsiteX27" fmla="*/ 307460 w 8477199"/>
                <a:gd name="connsiteY27" fmla="*/ 1000075 h 1734757"/>
                <a:gd name="connsiteX28" fmla="*/ 3216727 w 8477199"/>
                <a:gd name="connsiteY28" fmla="*/ 923472 h 1734757"/>
                <a:gd name="connsiteX29" fmla="*/ 4271282 w 8477199"/>
                <a:gd name="connsiteY29" fmla="*/ 872053 h 1734757"/>
                <a:gd name="connsiteX30" fmla="*/ 4534135 w 8477199"/>
                <a:gd name="connsiteY30" fmla="*/ 1303743 h 1734757"/>
                <a:gd name="connsiteX31" fmla="*/ 4824736 w 8477199"/>
                <a:gd name="connsiteY31" fmla="*/ 1596007 h 1734757"/>
                <a:gd name="connsiteX32" fmla="*/ 5803572 w 8477199"/>
                <a:gd name="connsiteY32" fmla="*/ 744571 h 1734757"/>
                <a:gd name="connsiteX33" fmla="*/ 6697195 w 8477199"/>
                <a:gd name="connsiteY33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09923 w 8477199"/>
                <a:gd name="connsiteY19" fmla="*/ 1255622 h 1734757"/>
                <a:gd name="connsiteX20" fmla="*/ 1401028 w 8477199"/>
                <a:gd name="connsiteY20" fmla="*/ 1328755 h 1734757"/>
                <a:gd name="connsiteX21" fmla="*/ 1093370 w 8477199"/>
                <a:gd name="connsiteY21" fmla="*/ 1317325 h 1734757"/>
                <a:gd name="connsiteX22" fmla="*/ 116247 w 8477199"/>
                <a:gd name="connsiteY22" fmla="*/ 971172 h 1734757"/>
                <a:gd name="connsiteX23" fmla="*/ 9979 w 8477199"/>
                <a:gd name="connsiteY23" fmla="*/ 496270 h 1734757"/>
                <a:gd name="connsiteX24" fmla="*/ 174672 w 8477199"/>
                <a:gd name="connsiteY24" fmla="*/ 0 h 1734757"/>
                <a:gd name="connsiteX25" fmla="*/ 248669 w 8477199"/>
                <a:gd name="connsiteY25" fmla="*/ 55572 h 1734757"/>
                <a:gd name="connsiteX26" fmla="*/ 307460 w 8477199"/>
                <a:gd name="connsiteY26" fmla="*/ 1000075 h 1734757"/>
                <a:gd name="connsiteX27" fmla="*/ 3216727 w 8477199"/>
                <a:gd name="connsiteY27" fmla="*/ 923472 h 1734757"/>
                <a:gd name="connsiteX28" fmla="*/ 4271282 w 8477199"/>
                <a:gd name="connsiteY28" fmla="*/ 872053 h 1734757"/>
                <a:gd name="connsiteX29" fmla="*/ 4534135 w 8477199"/>
                <a:gd name="connsiteY29" fmla="*/ 1303743 h 1734757"/>
                <a:gd name="connsiteX30" fmla="*/ 4824736 w 8477199"/>
                <a:gd name="connsiteY30" fmla="*/ 1596007 h 1734757"/>
                <a:gd name="connsiteX31" fmla="*/ 5803572 w 8477199"/>
                <a:gd name="connsiteY31" fmla="*/ 744571 h 1734757"/>
                <a:gd name="connsiteX32" fmla="*/ 6697195 w 8477199"/>
                <a:gd name="connsiteY32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401028 w 8477199"/>
                <a:gd name="connsiteY20" fmla="*/ 1328755 h 1734757"/>
                <a:gd name="connsiteX21" fmla="*/ 1093370 w 8477199"/>
                <a:gd name="connsiteY21" fmla="*/ 1317325 h 1734757"/>
                <a:gd name="connsiteX22" fmla="*/ 116247 w 8477199"/>
                <a:gd name="connsiteY22" fmla="*/ 971172 h 1734757"/>
                <a:gd name="connsiteX23" fmla="*/ 9979 w 8477199"/>
                <a:gd name="connsiteY23" fmla="*/ 496270 h 1734757"/>
                <a:gd name="connsiteX24" fmla="*/ 174672 w 8477199"/>
                <a:gd name="connsiteY24" fmla="*/ 0 h 1734757"/>
                <a:gd name="connsiteX25" fmla="*/ 248669 w 8477199"/>
                <a:gd name="connsiteY25" fmla="*/ 55572 h 1734757"/>
                <a:gd name="connsiteX26" fmla="*/ 307460 w 8477199"/>
                <a:gd name="connsiteY26" fmla="*/ 1000075 h 1734757"/>
                <a:gd name="connsiteX27" fmla="*/ 3216727 w 8477199"/>
                <a:gd name="connsiteY27" fmla="*/ 923472 h 1734757"/>
                <a:gd name="connsiteX28" fmla="*/ 4271282 w 8477199"/>
                <a:gd name="connsiteY28" fmla="*/ 872053 h 1734757"/>
                <a:gd name="connsiteX29" fmla="*/ 4534135 w 8477199"/>
                <a:gd name="connsiteY29" fmla="*/ 1303743 h 1734757"/>
                <a:gd name="connsiteX30" fmla="*/ 4824736 w 8477199"/>
                <a:gd name="connsiteY30" fmla="*/ 1596007 h 1734757"/>
                <a:gd name="connsiteX31" fmla="*/ 5803572 w 8477199"/>
                <a:gd name="connsiteY31" fmla="*/ 744571 h 1734757"/>
                <a:gd name="connsiteX32" fmla="*/ 6697195 w 8477199"/>
                <a:gd name="connsiteY32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093370 w 8477199"/>
                <a:gd name="connsiteY20" fmla="*/ 1317325 h 1734757"/>
                <a:gd name="connsiteX21" fmla="*/ 116247 w 8477199"/>
                <a:gd name="connsiteY21" fmla="*/ 971172 h 1734757"/>
                <a:gd name="connsiteX22" fmla="*/ 9979 w 8477199"/>
                <a:gd name="connsiteY22" fmla="*/ 496270 h 1734757"/>
                <a:gd name="connsiteX23" fmla="*/ 174672 w 8477199"/>
                <a:gd name="connsiteY23" fmla="*/ 0 h 1734757"/>
                <a:gd name="connsiteX24" fmla="*/ 248669 w 8477199"/>
                <a:gd name="connsiteY24" fmla="*/ 55572 h 1734757"/>
                <a:gd name="connsiteX25" fmla="*/ 307460 w 8477199"/>
                <a:gd name="connsiteY25" fmla="*/ 1000075 h 1734757"/>
                <a:gd name="connsiteX26" fmla="*/ 3216727 w 8477199"/>
                <a:gd name="connsiteY26" fmla="*/ 923472 h 1734757"/>
                <a:gd name="connsiteX27" fmla="*/ 4271282 w 8477199"/>
                <a:gd name="connsiteY27" fmla="*/ 872053 h 1734757"/>
                <a:gd name="connsiteX28" fmla="*/ 4534135 w 8477199"/>
                <a:gd name="connsiteY28" fmla="*/ 1303743 h 1734757"/>
                <a:gd name="connsiteX29" fmla="*/ 4824736 w 8477199"/>
                <a:gd name="connsiteY29" fmla="*/ 1596007 h 1734757"/>
                <a:gd name="connsiteX30" fmla="*/ 5803572 w 8477199"/>
                <a:gd name="connsiteY30" fmla="*/ 744571 h 1734757"/>
                <a:gd name="connsiteX31" fmla="*/ 6697195 w 8477199"/>
                <a:gd name="connsiteY31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093370 w 8477199"/>
                <a:gd name="connsiteY20" fmla="*/ 1317325 h 1734757"/>
                <a:gd name="connsiteX21" fmla="*/ 116247 w 8477199"/>
                <a:gd name="connsiteY21" fmla="*/ 971172 h 1734757"/>
                <a:gd name="connsiteX22" fmla="*/ 9979 w 8477199"/>
                <a:gd name="connsiteY22" fmla="*/ 496270 h 1734757"/>
                <a:gd name="connsiteX23" fmla="*/ 174672 w 8477199"/>
                <a:gd name="connsiteY23" fmla="*/ 0 h 1734757"/>
                <a:gd name="connsiteX24" fmla="*/ 248669 w 8477199"/>
                <a:gd name="connsiteY24" fmla="*/ 55572 h 1734757"/>
                <a:gd name="connsiteX25" fmla="*/ 307460 w 8477199"/>
                <a:gd name="connsiteY25" fmla="*/ 1000075 h 1734757"/>
                <a:gd name="connsiteX26" fmla="*/ 3216727 w 8477199"/>
                <a:gd name="connsiteY26" fmla="*/ 923472 h 1734757"/>
                <a:gd name="connsiteX27" fmla="*/ 4271282 w 8477199"/>
                <a:gd name="connsiteY27" fmla="*/ 872053 h 1734757"/>
                <a:gd name="connsiteX28" fmla="*/ 4534135 w 8477199"/>
                <a:gd name="connsiteY28" fmla="*/ 1303743 h 1734757"/>
                <a:gd name="connsiteX29" fmla="*/ 4824736 w 8477199"/>
                <a:gd name="connsiteY29" fmla="*/ 1596007 h 1734757"/>
                <a:gd name="connsiteX30" fmla="*/ 5803572 w 8477199"/>
                <a:gd name="connsiteY30" fmla="*/ 744571 h 1734757"/>
                <a:gd name="connsiteX31" fmla="*/ 6697195 w 8477199"/>
                <a:gd name="connsiteY31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093370 w 8477199"/>
                <a:gd name="connsiteY20" fmla="*/ 1317325 h 1734757"/>
                <a:gd name="connsiteX21" fmla="*/ 116247 w 8477199"/>
                <a:gd name="connsiteY21" fmla="*/ 971172 h 1734757"/>
                <a:gd name="connsiteX22" fmla="*/ 9979 w 8477199"/>
                <a:gd name="connsiteY22" fmla="*/ 496270 h 1734757"/>
                <a:gd name="connsiteX23" fmla="*/ 174672 w 8477199"/>
                <a:gd name="connsiteY23" fmla="*/ 0 h 1734757"/>
                <a:gd name="connsiteX24" fmla="*/ 248669 w 8477199"/>
                <a:gd name="connsiteY24" fmla="*/ 55572 h 1734757"/>
                <a:gd name="connsiteX25" fmla="*/ 307460 w 8477199"/>
                <a:gd name="connsiteY25" fmla="*/ 1000075 h 1734757"/>
                <a:gd name="connsiteX26" fmla="*/ 3216727 w 8477199"/>
                <a:gd name="connsiteY26" fmla="*/ 923472 h 1734757"/>
                <a:gd name="connsiteX27" fmla="*/ 4271282 w 8477199"/>
                <a:gd name="connsiteY27" fmla="*/ 872053 h 1734757"/>
                <a:gd name="connsiteX28" fmla="*/ 4534135 w 8477199"/>
                <a:gd name="connsiteY28" fmla="*/ 1303743 h 1734757"/>
                <a:gd name="connsiteX29" fmla="*/ 4824736 w 8477199"/>
                <a:gd name="connsiteY29" fmla="*/ 1596007 h 1734757"/>
                <a:gd name="connsiteX30" fmla="*/ 5803572 w 8477199"/>
                <a:gd name="connsiteY30" fmla="*/ 744571 h 1734757"/>
                <a:gd name="connsiteX31" fmla="*/ 6697195 w 8477199"/>
                <a:gd name="connsiteY31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093370 w 8477199"/>
                <a:gd name="connsiteY20" fmla="*/ 1317325 h 1734757"/>
                <a:gd name="connsiteX21" fmla="*/ 116247 w 8477199"/>
                <a:gd name="connsiteY21" fmla="*/ 971172 h 1734757"/>
                <a:gd name="connsiteX22" fmla="*/ 9979 w 8477199"/>
                <a:gd name="connsiteY22" fmla="*/ 496270 h 1734757"/>
                <a:gd name="connsiteX23" fmla="*/ 174672 w 8477199"/>
                <a:gd name="connsiteY23" fmla="*/ 0 h 1734757"/>
                <a:gd name="connsiteX24" fmla="*/ 248669 w 8477199"/>
                <a:gd name="connsiteY24" fmla="*/ 55572 h 1734757"/>
                <a:gd name="connsiteX25" fmla="*/ 307460 w 8477199"/>
                <a:gd name="connsiteY25" fmla="*/ 1000075 h 1734757"/>
                <a:gd name="connsiteX26" fmla="*/ 3216727 w 8477199"/>
                <a:gd name="connsiteY26" fmla="*/ 923472 h 1734757"/>
                <a:gd name="connsiteX27" fmla="*/ 4271282 w 8477199"/>
                <a:gd name="connsiteY27" fmla="*/ 872053 h 1734757"/>
                <a:gd name="connsiteX28" fmla="*/ 4534135 w 8477199"/>
                <a:gd name="connsiteY28" fmla="*/ 1303743 h 1734757"/>
                <a:gd name="connsiteX29" fmla="*/ 4824736 w 8477199"/>
                <a:gd name="connsiteY29" fmla="*/ 1596007 h 1734757"/>
                <a:gd name="connsiteX30" fmla="*/ 5803572 w 8477199"/>
                <a:gd name="connsiteY30" fmla="*/ 744571 h 1734757"/>
                <a:gd name="connsiteX31" fmla="*/ 6697195 w 8477199"/>
                <a:gd name="connsiteY31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093370 w 8477199"/>
                <a:gd name="connsiteY20" fmla="*/ 1317325 h 1734757"/>
                <a:gd name="connsiteX21" fmla="*/ 116247 w 8477199"/>
                <a:gd name="connsiteY21" fmla="*/ 971172 h 1734757"/>
                <a:gd name="connsiteX22" fmla="*/ 9979 w 8477199"/>
                <a:gd name="connsiteY22" fmla="*/ 496270 h 1734757"/>
                <a:gd name="connsiteX23" fmla="*/ 174672 w 8477199"/>
                <a:gd name="connsiteY23" fmla="*/ 0 h 1734757"/>
                <a:gd name="connsiteX24" fmla="*/ 248669 w 8477199"/>
                <a:gd name="connsiteY24" fmla="*/ 55572 h 1734757"/>
                <a:gd name="connsiteX25" fmla="*/ 307460 w 8477199"/>
                <a:gd name="connsiteY25" fmla="*/ 1000075 h 1734757"/>
                <a:gd name="connsiteX26" fmla="*/ 3216727 w 8477199"/>
                <a:gd name="connsiteY26" fmla="*/ 923472 h 1734757"/>
                <a:gd name="connsiteX27" fmla="*/ 4271282 w 8477199"/>
                <a:gd name="connsiteY27" fmla="*/ 872053 h 1734757"/>
                <a:gd name="connsiteX28" fmla="*/ 4534135 w 8477199"/>
                <a:gd name="connsiteY28" fmla="*/ 1303743 h 1734757"/>
                <a:gd name="connsiteX29" fmla="*/ 4824736 w 8477199"/>
                <a:gd name="connsiteY29" fmla="*/ 1596007 h 1734757"/>
                <a:gd name="connsiteX30" fmla="*/ 5803572 w 8477199"/>
                <a:gd name="connsiteY30" fmla="*/ 744571 h 1734757"/>
                <a:gd name="connsiteX31" fmla="*/ 6697195 w 8477199"/>
                <a:gd name="connsiteY31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093370 w 8477199"/>
                <a:gd name="connsiteY20" fmla="*/ 1317325 h 1734757"/>
                <a:gd name="connsiteX21" fmla="*/ 116247 w 8477199"/>
                <a:gd name="connsiteY21" fmla="*/ 971172 h 1734757"/>
                <a:gd name="connsiteX22" fmla="*/ 9979 w 8477199"/>
                <a:gd name="connsiteY22" fmla="*/ 496270 h 1734757"/>
                <a:gd name="connsiteX23" fmla="*/ 174672 w 8477199"/>
                <a:gd name="connsiteY23" fmla="*/ 0 h 1734757"/>
                <a:gd name="connsiteX24" fmla="*/ 248669 w 8477199"/>
                <a:gd name="connsiteY24" fmla="*/ 55572 h 1734757"/>
                <a:gd name="connsiteX25" fmla="*/ 307460 w 8477199"/>
                <a:gd name="connsiteY25" fmla="*/ 1000075 h 1734757"/>
                <a:gd name="connsiteX26" fmla="*/ 3216727 w 8477199"/>
                <a:gd name="connsiteY26" fmla="*/ 923472 h 1734757"/>
                <a:gd name="connsiteX27" fmla="*/ 4271282 w 8477199"/>
                <a:gd name="connsiteY27" fmla="*/ 872053 h 1734757"/>
                <a:gd name="connsiteX28" fmla="*/ 4534135 w 8477199"/>
                <a:gd name="connsiteY28" fmla="*/ 1303743 h 1734757"/>
                <a:gd name="connsiteX29" fmla="*/ 4824736 w 8477199"/>
                <a:gd name="connsiteY29" fmla="*/ 1596007 h 1734757"/>
                <a:gd name="connsiteX30" fmla="*/ 5803572 w 8477199"/>
                <a:gd name="connsiteY30" fmla="*/ 744571 h 1734757"/>
                <a:gd name="connsiteX31" fmla="*/ 6697195 w 8477199"/>
                <a:gd name="connsiteY31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093370 w 8477199"/>
                <a:gd name="connsiteY20" fmla="*/ 1317325 h 1734757"/>
                <a:gd name="connsiteX21" fmla="*/ 116247 w 8477199"/>
                <a:gd name="connsiteY21" fmla="*/ 971172 h 1734757"/>
                <a:gd name="connsiteX22" fmla="*/ 9979 w 8477199"/>
                <a:gd name="connsiteY22" fmla="*/ 496270 h 1734757"/>
                <a:gd name="connsiteX23" fmla="*/ 174672 w 8477199"/>
                <a:gd name="connsiteY23" fmla="*/ 0 h 1734757"/>
                <a:gd name="connsiteX24" fmla="*/ 248669 w 8477199"/>
                <a:gd name="connsiteY24" fmla="*/ 55572 h 1734757"/>
                <a:gd name="connsiteX25" fmla="*/ 307460 w 8477199"/>
                <a:gd name="connsiteY25" fmla="*/ 1000075 h 1734757"/>
                <a:gd name="connsiteX26" fmla="*/ 3216727 w 8477199"/>
                <a:gd name="connsiteY26" fmla="*/ 923472 h 1734757"/>
                <a:gd name="connsiteX27" fmla="*/ 4271282 w 8477199"/>
                <a:gd name="connsiteY27" fmla="*/ 872053 h 1734757"/>
                <a:gd name="connsiteX28" fmla="*/ 4534135 w 8477199"/>
                <a:gd name="connsiteY28" fmla="*/ 1303743 h 1734757"/>
                <a:gd name="connsiteX29" fmla="*/ 4824736 w 8477199"/>
                <a:gd name="connsiteY29" fmla="*/ 1596007 h 1734757"/>
                <a:gd name="connsiteX30" fmla="*/ 5803572 w 8477199"/>
                <a:gd name="connsiteY30" fmla="*/ 744571 h 1734757"/>
                <a:gd name="connsiteX31" fmla="*/ 6697195 w 8477199"/>
                <a:gd name="connsiteY31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093370 w 8477199"/>
                <a:gd name="connsiteY20" fmla="*/ 1317325 h 1734757"/>
                <a:gd name="connsiteX21" fmla="*/ 116247 w 8477199"/>
                <a:gd name="connsiteY21" fmla="*/ 971172 h 1734757"/>
                <a:gd name="connsiteX22" fmla="*/ 9979 w 8477199"/>
                <a:gd name="connsiteY22" fmla="*/ 496270 h 1734757"/>
                <a:gd name="connsiteX23" fmla="*/ 174672 w 8477199"/>
                <a:gd name="connsiteY23" fmla="*/ 0 h 1734757"/>
                <a:gd name="connsiteX24" fmla="*/ 248669 w 8477199"/>
                <a:gd name="connsiteY24" fmla="*/ 55572 h 1734757"/>
                <a:gd name="connsiteX25" fmla="*/ 307460 w 8477199"/>
                <a:gd name="connsiteY25" fmla="*/ 1000075 h 1734757"/>
                <a:gd name="connsiteX26" fmla="*/ 3216727 w 8477199"/>
                <a:gd name="connsiteY26" fmla="*/ 923472 h 1734757"/>
                <a:gd name="connsiteX27" fmla="*/ 4271282 w 8477199"/>
                <a:gd name="connsiteY27" fmla="*/ 872053 h 1734757"/>
                <a:gd name="connsiteX28" fmla="*/ 4534135 w 8477199"/>
                <a:gd name="connsiteY28" fmla="*/ 1303743 h 1734757"/>
                <a:gd name="connsiteX29" fmla="*/ 4824736 w 8477199"/>
                <a:gd name="connsiteY29" fmla="*/ 1596007 h 1734757"/>
                <a:gd name="connsiteX30" fmla="*/ 5803572 w 8477199"/>
                <a:gd name="connsiteY30" fmla="*/ 744571 h 1734757"/>
                <a:gd name="connsiteX31" fmla="*/ 6697195 w 8477199"/>
                <a:gd name="connsiteY31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093370 w 8477199"/>
                <a:gd name="connsiteY20" fmla="*/ 1317325 h 1734757"/>
                <a:gd name="connsiteX21" fmla="*/ 116247 w 8477199"/>
                <a:gd name="connsiteY21" fmla="*/ 971172 h 1734757"/>
                <a:gd name="connsiteX22" fmla="*/ 9979 w 8477199"/>
                <a:gd name="connsiteY22" fmla="*/ 496270 h 1734757"/>
                <a:gd name="connsiteX23" fmla="*/ 174672 w 8477199"/>
                <a:gd name="connsiteY23" fmla="*/ 0 h 1734757"/>
                <a:gd name="connsiteX24" fmla="*/ 248669 w 8477199"/>
                <a:gd name="connsiteY24" fmla="*/ 55572 h 1734757"/>
                <a:gd name="connsiteX25" fmla="*/ 307460 w 8477199"/>
                <a:gd name="connsiteY25" fmla="*/ 1000075 h 1734757"/>
                <a:gd name="connsiteX26" fmla="*/ 3216727 w 8477199"/>
                <a:gd name="connsiteY26" fmla="*/ 923472 h 1734757"/>
                <a:gd name="connsiteX27" fmla="*/ 4271282 w 8477199"/>
                <a:gd name="connsiteY27" fmla="*/ 872053 h 1734757"/>
                <a:gd name="connsiteX28" fmla="*/ 4534135 w 8477199"/>
                <a:gd name="connsiteY28" fmla="*/ 1303743 h 1734757"/>
                <a:gd name="connsiteX29" fmla="*/ 4824736 w 8477199"/>
                <a:gd name="connsiteY29" fmla="*/ 1596007 h 1734757"/>
                <a:gd name="connsiteX30" fmla="*/ 5803572 w 8477199"/>
                <a:gd name="connsiteY30" fmla="*/ 744571 h 1734757"/>
                <a:gd name="connsiteX31" fmla="*/ 6697195 w 8477199"/>
                <a:gd name="connsiteY31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07460 w 8477199"/>
                <a:gd name="connsiteY24" fmla="*/ 1000075 h 1734757"/>
                <a:gd name="connsiteX25" fmla="*/ 3216727 w 8477199"/>
                <a:gd name="connsiteY25" fmla="*/ 923472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07460 w 8477199"/>
                <a:gd name="connsiteY24" fmla="*/ 1000075 h 1734757"/>
                <a:gd name="connsiteX25" fmla="*/ 3216727 w 8477199"/>
                <a:gd name="connsiteY25" fmla="*/ 923472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07460 w 8477199"/>
                <a:gd name="connsiteY24" fmla="*/ 1000075 h 1734757"/>
                <a:gd name="connsiteX25" fmla="*/ 3216727 w 8477199"/>
                <a:gd name="connsiteY25" fmla="*/ 923472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07460 w 8477199"/>
                <a:gd name="connsiteY24" fmla="*/ 1000075 h 1734757"/>
                <a:gd name="connsiteX25" fmla="*/ 3216727 w 8477199"/>
                <a:gd name="connsiteY25" fmla="*/ 923472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07460 w 8477199"/>
                <a:gd name="connsiteY24" fmla="*/ 1000075 h 1734757"/>
                <a:gd name="connsiteX25" fmla="*/ 3216727 w 8477199"/>
                <a:gd name="connsiteY25" fmla="*/ 923472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07460 w 8477199"/>
                <a:gd name="connsiteY24" fmla="*/ 1000075 h 1734757"/>
                <a:gd name="connsiteX25" fmla="*/ 3216727 w 8477199"/>
                <a:gd name="connsiteY25" fmla="*/ 923472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3216727 w 8477199"/>
                <a:gd name="connsiteY25" fmla="*/ 923472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3216727 w 8477199"/>
                <a:gd name="connsiteY25" fmla="*/ 923472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3255368 w 8477199"/>
                <a:gd name="connsiteY25" fmla="*/ 867898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3255368 w 8477199"/>
                <a:gd name="connsiteY25" fmla="*/ 867898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2901161 w 8477199"/>
                <a:gd name="connsiteY25" fmla="*/ 992937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2901161 w 8477199"/>
                <a:gd name="connsiteY25" fmla="*/ 992937 h 1734757"/>
                <a:gd name="connsiteX26" fmla="*/ 4271282 w 8477199"/>
                <a:gd name="connsiteY26" fmla="*/ 87205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2901161 w 8477199"/>
                <a:gd name="connsiteY25" fmla="*/ 992937 h 1734757"/>
                <a:gd name="connsiteX26" fmla="*/ 4251961 w 8477199"/>
                <a:gd name="connsiteY26" fmla="*/ 816481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2901161 w 8477199"/>
                <a:gd name="connsiteY25" fmla="*/ 992937 h 1734757"/>
                <a:gd name="connsiteX26" fmla="*/ 4206880 w 8477199"/>
                <a:gd name="connsiteY26" fmla="*/ 816481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2901161 w 8477199"/>
                <a:gd name="connsiteY25" fmla="*/ 992937 h 1734757"/>
                <a:gd name="connsiteX26" fmla="*/ 4206880 w 8477199"/>
                <a:gd name="connsiteY26" fmla="*/ 816481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1735499 w 8477199"/>
                <a:gd name="connsiteY25" fmla="*/ 1229124 h 1734757"/>
                <a:gd name="connsiteX26" fmla="*/ 4206880 w 8477199"/>
                <a:gd name="connsiteY26" fmla="*/ 816481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1735499 w 8477199"/>
                <a:gd name="connsiteY25" fmla="*/ 1229124 h 1734757"/>
                <a:gd name="connsiteX26" fmla="*/ 4206880 w 8477199"/>
                <a:gd name="connsiteY26" fmla="*/ 816481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1735499 w 8477199"/>
                <a:gd name="connsiteY25" fmla="*/ 1229124 h 1734757"/>
                <a:gd name="connsiteX26" fmla="*/ 4071638 w 8477199"/>
                <a:gd name="connsiteY26" fmla="*/ 788693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1735499 w 8477199"/>
                <a:gd name="connsiteY25" fmla="*/ 1229124 h 1734757"/>
                <a:gd name="connsiteX26" fmla="*/ 4052317 w 8477199"/>
                <a:gd name="connsiteY26" fmla="*/ 760908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1735499 w 8477199"/>
                <a:gd name="connsiteY25" fmla="*/ 1229124 h 1734757"/>
                <a:gd name="connsiteX26" fmla="*/ 4052317 w 8477199"/>
                <a:gd name="connsiteY26" fmla="*/ 760908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  <a:gd name="connsiteX0" fmla="*/ 6697195 w 8477199"/>
                <a:gd name="connsiteY0" fmla="*/ 214691 h 1734757"/>
                <a:gd name="connsiteX1" fmla="*/ 6709662 w 8477199"/>
                <a:gd name="connsiteY1" fmla="*/ 214691 h 1734757"/>
                <a:gd name="connsiteX2" fmla="*/ 7145860 w 8477199"/>
                <a:gd name="connsiteY2" fmla="*/ 789985 h 1734757"/>
                <a:gd name="connsiteX3" fmla="*/ 7305314 w 8477199"/>
                <a:gd name="connsiteY3" fmla="*/ 1114171 h 1734757"/>
                <a:gd name="connsiteX4" fmla="*/ 8432561 w 8477199"/>
                <a:gd name="connsiteY4" fmla="*/ 880513 h 1734757"/>
                <a:gd name="connsiteX5" fmla="*/ 8477199 w 8477199"/>
                <a:gd name="connsiteY5" fmla="*/ 929103 h 1734757"/>
                <a:gd name="connsiteX6" fmla="*/ 7295156 w 8477199"/>
                <a:gd name="connsiteY6" fmla="*/ 1173736 h 1734757"/>
                <a:gd name="connsiteX7" fmla="*/ 7106764 w 8477199"/>
                <a:gd name="connsiteY7" fmla="*/ 814498 h 1734757"/>
                <a:gd name="connsiteX8" fmla="*/ 6708739 w 8477199"/>
                <a:gd name="connsiteY8" fmla="*/ 275180 h 1734757"/>
                <a:gd name="connsiteX9" fmla="*/ 6697657 w 8477199"/>
                <a:gd name="connsiteY9" fmla="*/ 275180 h 1734757"/>
                <a:gd name="connsiteX10" fmla="*/ 5808796 w 8477199"/>
                <a:gd name="connsiteY10" fmla="*/ 855594 h 1734757"/>
                <a:gd name="connsiteX11" fmla="*/ 5680431 w 8477199"/>
                <a:gd name="connsiteY11" fmla="*/ 987191 h 1734757"/>
                <a:gd name="connsiteX12" fmla="*/ 5510509 w 8477199"/>
                <a:gd name="connsiteY12" fmla="*/ 1166348 h 1734757"/>
                <a:gd name="connsiteX13" fmla="*/ 5121257 w 8477199"/>
                <a:gd name="connsiteY13" fmla="*/ 1556985 h 1734757"/>
                <a:gd name="connsiteX14" fmla="*/ 4763866 w 8477199"/>
                <a:gd name="connsiteY14" fmla="*/ 1734757 h 1734757"/>
                <a:gd name="connsiteX15" fmla="*/ 4720924 w 8477199"/>
                <a:gd name="connsiteY15" fmla="*/ 1730601 h 1734757"/>
                <a:gd name="connsiteX16" fmla="*/ 4489128 w 8477199"/>
                <a:gd name="connsiteY16" fmla="*/ 1387063 h 1734757"/>
                <a:gd name="connsiteX17" fmla="*/ 4263335 w 8477199"/>
                <a:gd name="connsiteY17" fmla="*/ 977494 h 1734757"/>
                <a:gd name="connsiteX18" fmla="*/ 3440333 w 8477199"/>
                <a:gd name="connsiteY18" fmla="*/ 1010362 h 1734757"/>
                <a:gd name="connsiteX19" fmla="*/ 2222804 w 8477199"/>
                <a:gd name="connsiteY19" fmla="*/ 1311196 h 1734757"/>
                <a:gd name="connsiteX20" fmla="*/ 116247 w 8477199"/>
                <a:gd name="connsiteY20" fmla="*/ 971172 h 1734757"/>
                <a:gd name="connsiteX21" fmla="*/ 9979 w 8477199"/>
                <a:gd name="connsiteY21" fmla="*/ 496270 h 1734757"/>
                <a:gd name="connsiteX22" fmla="*/ 174672 w 8477199"/>
                <a:gd name="connsiteY22" fmla="*/ 0 h 1734757"/>
                <a:gd name="connsiteX23" fmla="*/ 248669 w 8477199"/>
                <a:gd name="connsiteY23" fmla="*/ 55572 h 1734757"/>
                <a:gd name="connsiteX24" fmla="*/ 313900 w 8477199"/>
                <a:gd name="connsiteY24" fmla="*/ 944502 h 1734757"/>
                <a:gd name="connsiteX25" fmla="*/ 1735499 w 8477199"/>
                <a:gd name="connsiteY25" fmla="*/ 1229124 h 1734757"/>
                <a:gd name="connsiteX26" fmla="*/ 4052317 w 8477199"/>
                <a:gd name="connsiteY26" fmla="*/ 760908 h 1734757"/>
                <a:gd name="connsiteX27" fmla="*/ 4534135 w 8477199"/>
                <a:gd name="connsiteY27" fmla="*/ 1303743 h 1734757"/>
                <a:gd name="connsiteX28" fmla="*/ 4824736 w 8477199"/>
                <a:gd name="connsiteY28" fmla="*/ 1596007 h 1734757"/>
                <a:gd name="connsiteX29" fmla="*/ 5803572 w 8477199"/>
                <a:gd name="connsiteY29" fmla="*/ 744571 h 1734757"/>
                <a:gd name="connsiteX30" fmla="*/ 6697195 w 8477199"/>
                <a:gd name="connsiteY30" fmla="*/ 214691 h 173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F22A7F03-F3AA-46A2-8427-67785E38DD35}"/>
              </a:ext>
            </a:extLst>
          </p:cNvPr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9B5A12-9FE3-4BF4-BCA3-DE13349AE2A7}"/>
              </a:ext>
            </a:extLst>
          </p:cNvPr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>
            <a:extLst>
              <a:ext uri="{FF2B5EF4-FFF2-40B4-BE49-F238E27FC236}">
                <a16:creationId xmlns:a16="http://schemas.microsoft.com/office/drawing/2014/main" id="{0E7A2DE7-B0EB-4D89-B51F-B339A80D12A3}"/>
              </a:ext>
            </a:extLst>
          </p:cNvPr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094A0EA-32C2-4FCE-9CEF-D07F4E663EC5}"/>
                </a:ext>
              </a:extLst>
            </p:cNvPr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FCD5666-07EE-471A-9645-A62C4625D99F}"/>
                </a:ext>
              </a:extLst>
            </p:cNvPr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DC3BF4B-2933-40A2-9A5E-02851EB03E44}"/>
                </a:ext>
              </a:extLst>
            </p:cNvPr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C61428A-0908-4E6B-AD6C-D85BB75BBED1}"/>
              </a:ext>
            </a:extLst>
          </p:cNvPr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91" r:id="rId5"/>
    <p:sldLayoutId id="2147483678" r:id="rId6"/>
    <p:sldLayoutId id="2147483690" r:id="rId7"/>
    <p:sldLayoutId id="2147483680" r:id="rId8"/>
    <p:sldLayoutId id="2147483681" r:id="rId9"/>
    <p:sldLayoutId id="2147483682" r:id="rId10"/>
    <p:sldLayoutId id="2147483692" r:id="rId11"/>
    <p:sldLayoutId id="2147483684" r:id="rId12"/>
    <p:sldLayoutId id="2147483685" r:id="rId13"/>
    <p:sldLayoutId id="2147483686" r:id="rId14"/>
    <p:sldLayoutId id="2147483693" r:id="rId15"/>
    <p:sldLayoutId id="2147483687" r:id="rId16"/>
    <p:sldLayoutId id="2147483688" r:id="rId17"/>
    <p:sldLayoutId id="2147483671" r:id="rId18"/>
    <p:sldLayoutId id="2147483672" r:id="rId19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53" r:id="rId2"/>
    <p:sldLayoutId id="2147483696" r:id="rId3"/>
    <p:sldLayoutId id="2147483697" r:id="rId4"/>
    <p:sldLayoutId id="2147483677" r:id="rId5"/>
    <p:sldLayoutId id="2147483698" r:id="rId6"/>
    <p:sldLayoutId id="2147483679" r:id="rId7"/>
    <p:sldLayoutId id="2147483689" r:id="rId8"/>
    <p:sldLayoutId id="2147483699" r:id="rId9"/>
    <p:sldLayoutId id="2147483700" r:id="rId10"/>
    <p:sldLayoutId id="2147483701" r:id="rId11"/>
    <p:sldLayoutId id="2147483683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E5BA40-2577-4D12-9888-586918DED8E9}"/>
              </a:ext>
            </a:extLst>
          </p:cNvPr>
          <p:cNvSpPr/>
          <p:nvPr/>
        </p:nvSpPr>
        <p:spPr>
          <a:xfrm>
            <a:off x="525379" y="475248"/>
            <a:ext cx="9354551" cy="53640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6">
            <a:extLst>
              <a:ext uri="{FF2B5EF4-FFF2-40B4-BE49-F238E27FC236}">
                <a16:creationId xmlns:a16="http://schemas.microsoft.com/office/drawing/2014/main" id="{4C0715DC-A83F-498B-88B4-86BCED1D9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696147"/>
            <a:ext cx="1680411" cy="562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Image 17">
            <a:extLst>
              <a:ext uri="{FF2B5EF4-FFF2-40B4-BE49-F238E27FC236}">
                <a16:creationId xmlns:a16="http://schemas.microsoft.com/office/drawing/2014/main" id="{2AF55DC4-3ABF-44D9-84DD-0C67D25C8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947" y="706855"/>
            <a:ext cx="1524000" cy="57150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1E90EB55-5940-4416-A1A2-8DA5DB539714}"/>
              </a:ext>
            </a:extLst>
          </p:cNvPr>
          <p:cNvSpPr txBox="1"/>
          <p:nvPr/>
        </p:nvSpPr>
        <p:spPr>
          <a:xfrm>
            <a:off x="2588794" y="2277979"/>
            <a:ext cx="556059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3600" b="1" i="1" dirty="0">
                <a:solidFill>
                  <a:schemeClr val="tx2">
                    <a:lumMod val="50000"/>
                  </a:schemeClr>
                </a:solidFill>
                <a:latin typeface="Times New Roman"/>
                <a:cs typeface="Times New Roman"/>
              </a:rPr>
              <a:t>Application de vente des vêtements en ligne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4C0B963-1DDD-4D0F-B3F9-1DEA32B3896B}"/>
              </a:ext>
            </a:extLst>
          </p:cNvPr>
          <p:cNvSpPr txBox="1"/>
          <p:nvPr/>
        </p:nvSpPr>
        <p:spPr>
          <a:xfrm>
            <a:off x="7243512" y="4726906"/>
            <a:ext cx="2993857" cy="6535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dirty="0">
                <a:solidFill>
                  <a:schemeClr val="accent1">
                    <a:lumMod val="90000"/>
                  </a:schemeClr>
                </a:solidFill>
                <a:latin typeface="Times New Roman"/>
                <a:cs typeface="Times New Roman"/>
              </a:rPr>
              <a:t>Encadrée par:</a:t>
            </a:r>
            <a:endParaRPr lang="fr-FR" sz="1400" dirty="0">
              <a:solidFill>
                <a:schemeClr val="accent1">
                  <a:lumMod val="90000"/>
                </a:schemeClr>
              </a:solidFill>
              <a:latin typeface="Times New Roman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fr-FR" sz="1400" dirty="0">
                <a:solidFill>
                  <a:srgbClr val="000000"/>
                </a:solidFill>
                <a:latin typeface="Times New Roman"/>
                <a:cs typeface="Arial"/>
              </a:rPr>
              <a:t>Mr. ELBAHHI  Achraf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BF41F33-2AC3-4CCE-8CC5-67151BA91CBE}"/>
              </a:ext>
            </a:extLst>
          </p:cNvPr>
          <p:cNvSpPr txBox="1"/>
          <p:nvPr/>
        </p:nvSpPr>
        <p:spPr>
          <a:xfrm>
            <a:off x="1350544" y="4729414"/>
            <a:ext cx="2743200" cy="653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>
                <a:solidFill>
                  <a:schemeClr val="accent1">
                    <a:lumMod val="90000"/>
                  </a:schemeClr>
                </a:solidFill>
                <a:latin typeface="Times New Roman"/>
                <a:cs typeface="Arial"/>
              </a:rPr>
              <a:t>Présentée par:</a:t>
            </a:r>
            <a:endParaRPr lang="fr-FR">
              <a:solidFill>
                <a:schemeClr val="accent1">
                  <a:lumMod val="90000"/>
                </a:schemeClr>
              </a:solidFill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fr-FR" sz="1400">
                <a:latin typeface="Times New Roman"/>
                <a:cs typeface="Arial"/>
              </a:rPr>
              <a:t>NMIYESSE Chaimaa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45237EB-6395-46D5-8B37-6E1929D76DFF}"/>
              </a:ext>
            </a:extLst>
          </p:cNvPr>
          <p:cNvSpPr txBox="1"/>
          <p:nvPr/>
        </p:nvSpPr>
        <p:spPr>
          <a:xfrm>
            <a:off x="3909762" y="1804236"/>
            <a:ext cx="2743200" cy="36933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>
                <a:latin typeface="Times New Roman"/>
                <a:cs typeface="Times New Roman"/>
              </a:rPr>
              <a:t>PROJET FIL ROUGE</a:t>
            </a:r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B89CED8-4392-4181-8BC6-2C8040F4934B}"/>
              </a:ext>
            </a:extLst>
          </p:cNvPr>
          <p:cNvSpPr txBox="1"/>
          <p:nvPr/>
        </p:nvSpPr>
        <p:spPr>
          <a:xfrm>
            <a:off x="8594558" y="6017795"/>
            <a:ext cx="349517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Times New Roman"/>
                <a:cs typeface="Times New Roman"/>
              </a:rPr>
              <a:t>Première année promotion 2021</a:t>
            </a:r>
            <a:endParaRPr lang="fr-FR" b="1">
              <a:solidFill>
                <a:srgbClr val="FFFFFF"/>
              </a:solidFill>
              <a:cs typeface="Arial"/>
            </a:endParaRP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F78805AB-A6F8-47E4-A53C-6341E492FD57}"/>
              </a:ext>
            </a:extLst>
          </p:cNvPr>
          <p:cNvCxnSpPr/>
          <p:nvPr/>
        </p:nvCxnSpPr>
        <p:spPr>
          <a:xfrm>
            <a:off x="3673101" y="3967649"/>
            <a:ext cx="3228472" cy="10026"/>
          </a:xfrm>
          <a:prstGeom prst="straightConnector1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3237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">
            <a:extLst>
              <a:ext uri="{FF2B5EF4-FFF2-40B4-BE49-F238E27FC236}">
                <a16:creationId xmlns:a16="http://schemas.microsoft.com/office/drawing/2014/main" id="{AF0234B8-50F3-F129-1660-08F05438B324}"/>
              </a:ext>
            </a:extLst>
          </p:cNvPr>
          <p:cNvGrpSpPr/>
          <p:nvPr/>
        </p:nvGrpSpPr>
        <p:grpSpPr>
          <a:xfrm>
            <a:off x="6546891" y="1159419"/>
            <a:ext cx="4125389" cy="523220"/>
            <a:chOff x="5561235" y="1073641"/>
            <a:chExt cx="4125389" cy="523220"/>
          </a:xfrm>
        </p:grpSpPr>
        <p:sp>
          <p:nvSpPr>
            <p:cNvPr id="26" name="TextBox 6">
              <a:extLst>
                <a:ext uri="{FF2B5EF4-FFF2-40B4-BE49-F238E27FC236}">
                  <a16:creationId xmlns:a16="http://schemas.microsoft.com/office/drawing/2014/main" id="{063DBFB7-A2D3-62A3-2ABF-4C7C6B85491C}"/>
                </a:ext>
              </a:extLst>
            </p:cNvPr>
            <p:cNvSpPr txBox="1"/>
            <p:nvPr/>
          </p:nvSpPr>
          <p:spPr>
            <a:xfrm>
              <a:off x="6743038" y="1085772"/>
              <a:ext cx="2943586" cy="461665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r>
                <a:rPr lang="en-US" altLang="ko-KR" sz="2400" b="1" dirty="0">
                  <a:solidFill>
                    <a:srgbClr val="000000"/>
                  </a:solidFill>
                  <a:latin typeface="Times New Roman"/>
                  <a:cs typeface="Times New Roman"/>
                </a:rPr>
                <a:t>Introduction</a:t>
              </a:r>
              <a:endParaRPr lang="fr-FR" altLang="ko-KR" sz="2400" dirty="0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CEB1BE45-372D-694F-381B-56B63035946A}"/>
                </a:ext>
              </a:extLst>
            </p:cNvPr>
            <p:cNvSpPr txBox="1"/>
            <p:nvPr/>
          </p:nvSpPr>
          <p:spPr>
            <a:xfrm>
              <a:off x="5561235" y="1073641"/>
              <a:ext cx="847807" cy="523220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pPr algn="ctr"/>
              <a:r>
                <a:rPr lang="en-US" altLang="ko-KR" sz="2800" b="1">
                  <a:solidFill>
                    <a:srgbClr val="000000"/>
                  </a:solidFill>
                  <a:cs typeface="Arial"/>
                </a:rPr>
                <a:t>01</a:t>
              </a:r>
              <a:endParaRPr lang="ko-KR" altLang="en-US" sz="2800" b="1">
                <a:solidFill>
                  <a:srgbClr val="000000"/>
                </a:solidFill>
                <a:cs typeface="Arial"/>
              </a:endParaRPr>
            </a:p>
          </p:txBody>
        </p:sp>
      </p:grpSp>
      <p:sp>
        <p:nvSpPr>
          <p:cNvPr id="30" name="TextBox 3">
            <a:extLst>
              <a:ext uri="{FF2B5EF4-FFF2-40B4-BE49-F238E27FC236}">
                <a16:creationId xmlns:a16="http://schemas.microsoft.com/office/drawing/2014/main" id="{0BBCB924-6CA9-7EF7-666F-B0048CA44CF5}"/>
              </a:ext>
            </a:extLst>
          </p:cNvPr>
          <p:cNvSpPr txBox="1"/>
          <p:nvPr/>
        </p:nvSpPr>
        <p:spPr>
          <a:xfrm>
            <a:off x="1845644" y="2476827"/>
            <a:ext cx="271976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altLang="ko-KR" sz="5400" dirty="0">
                <a:latin typeface="Times New Roman"/>
                <a:cs typeface="Arial"/>
              </a:rPr>
              <a:t>PLAN</a:t>
            </a:r>
            <a:endParaRPr lang="en-US" altLang="ko-KR" sz="5400" dirty="0">
              <a:latin typeface="Times New Roman"/>
              <a:cs typeface="Arial" pitchFamily="34" charset="0"/>
            </a:endParaRPr>
          </a:p>
        </p:txBody>
      </p:sp>
      <p:grpSp>
        <p:nvGrpSpPr>
          <p:cNvPr id="35" name="Group 2">
            <a:extLst>
              <a:ext uri="{FF2B5EF4-FFF2-40B4-BE49-F238E27FC236}">
                <a16:creationId xmlns:a16="http://schemas.microsoft.com/office/drawing/2014/main" id="{BE9D415A-BF70-253D-2732-E37ACE2EE6FD}"/>
              </a:ext>
            </a:extLst>
          </p:cNvPr>
          <p:cNvGrpSpPr/>
          <p:nvPr/>
        </p:nvGrpSpPr>
        <p:grpSpPr>
          <a:xfrm>
            <a:off x="6578708" y="3033938"/>
            <a:ext cx="4995940" cy="523220"/>
            <a:chOff x="5693315" y="1043161"/>
            <a:chExt cx="4995940" cy="523220"/>
          </a:xfrm>
        </p:grpSpPr>
        <p:sp>
          <p:nvSpPr>
            <p:cNvPr id="33" name="TextBox 6">
              <a:extLst>
                <a:ext uri="{FF2B5EF4-FFF2-40B4-BE49-F238E27FC236}">
                  <a16:creationId xmlns:a16="http://schemas.microsoft.com/office/drawing/2014/main" id="{DD2110F5-BEDC-6E99-EE72-812B93E308F8}"/>
                </a:ext>
              </a:extLst>
            </p:cNvPr>
            <p:cNvSpPr txBox="1"/>
            <p:nvPr/>
          </p:nvSpPr>
          <p:spPr>
            <a:xfrm>
              <a:off x="6743038" y="1085772"/>
              <a:ext cx="3946217" cy="461665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r>
                <a:rPr lang="en-US" altLang="ko-KR" sz="2400" b="1">
                  <a:solidFill>
                    <a:srgbClr val="000000"/>
                  </a:solidFill>
                  <a:latin typeface="Times New Roman"/>
                  <a:cs typeface="Times New Roman"/>
                </a:rPr>
                <a:t>Conception et modalisation</a:t>
              </a:r>
            </a:p>
          </p:txBody>
        </p:sp>
        <p:sp>
          <p:nvSpPr>
            <p:cNvPr id="34" name="TextBox 7">
              <a:extLst>
                <a:ext uri="{FF2B5EF4-FFF2-40B4-BE49-F238E27FC236}">
                  <a16:creationId xmlns:a16="http://schemas.microsoft.com/office/drawing/2014/main" id="{62696BFB-8122-1B94-EB4E-6E64834C5320}"/>
                </a:ext>
              </a:extLst>
            </p:cNvPr>
            <p:cNvSpPr txBox="1"/>
            <p:nvPr/>
          </p:nvSpPr>
          <p:spPr>
            <a:xfrm>
              <a:off x="5693315" y="1043161"/>
              <a:ext cx="847807" cy="523220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pPr algn="ctr"/>
              <a:r>
                <a:rPr lang="en-US" altLang="ko-KR" sz="2800" b="1">
                  <a:solidFill>
                    <a:srgbClr val="000000"/>
                  </a:solidFill>
                  <a:cs typeface="Arial"/>
                </a:rPr>
                <a:t>03</a:t>
              </a:r>
              <a:endParaRPr lang="ko-KR" altLang="en-US" sz="2800" b="1">
                <a:solidFill>
                  <a:srgbClr val="000000"/>
                </a:solidFill>
                <a:cs typeface="Arial"/>
              </a:endParaRPr>
            </a:p>
          </p:txBody>
        </p:sp>
      </p:grpSp>
      <p:grpSp>
        <p:nvGrpSpPr>
          <p:cNvPr id="40" name="Group 2">
            <a:extLst>
              <a:ext uri="{FF2B5EF4-FFF2-40B4-BE49-F238E27FC236}">
                <a16:creationId xmlns:a16="http://schemas.microsoft.com/office/drawing/2014/main" id="{EC67D76D-D631-C7EB-BF01-E5CB24631E44}"/>
              </a:ext>
            </a:extLst>
          </p:cNvPr>
          <p:cNvGrpSpPr/>
          <p:nvPr/>
        </p:nvGrpSpPr>
        <p:grpSpPr>
          <a:xfrm>
            <a:off x="6579509" y="4979578"/>
            <a:ext cx="3932349" cy="523220"/>
            <a:chOff x="5754275" y="1083801"/>
            <a:chExt cx="3932349" cy="523220"/>
          </a:xfrm>
        </p:grpSpPr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43646675-C900-10D2-5768-A3F03C768C6C}"/>
                </a:ext>
              </a:extLst>
            </p:cNvPr>
            <p:cNvSpPr txBox="1"/>
            <p:nvPr/>
          </p:nvSpPr>
          <p:spPr>
            <a:xfrm>
              <a:off x="6743038" y="1085772"/>
              <a:ext cx="2943586" cy="461665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r>
                <a:rPr lang="en-US" altLang="ko-KR" sz="2400" b="1" dirty="0">
                  <a:latin typeface="Times New Roman"/>
                  <a:cs typeface="Times New Roman"/>
                </a:rPr>
                <a:t>Conclusion</a:t>
              </a:r>
            </a:p>
          </p:txBody>
        </p:sp>
        <p:sp>
          <p:nvSpPr>
            <p:cNvPr id="39" name="TextBox 7">
              <a:extLst>
                <a:ext uri="{FF2B5EF4-FFF2-40B4-BE49-F238E27FC236}">
                  <a16:creationId xmlns:a16="http://schemas.microsoft.com/office/drawing/2014/main" id="{39AE15F2-4F28-E6FD-4CA5-932961170268}"/>
                </a:ext>
              </a:extLst>
            </p:cNvPr>
            <p:cNvSpPr txBox="1"/>
            <p:nvPr/>
          </p:nvSpPr>
          <p:spPr>
            <a:xfrm>
              <a:off x="5754275" y="1083801"/>
              <a:ext cx="847807" cy="523220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pPr algn="ctr"/>
              <a:r>
                <a:rPr lang="en-US" altLang="ko-KR" sz="2800" b="1" dirty="0">
                  <a:cs typeface="Arial"/>
                </a:rPr>
                <a:t>05</a:t>
              </a:r>
              <a:endParaRPr lang="ko-KR" altLang="en-US" sz="2800" b="1" dirty="0">
                <a:cs typeface="Arial"/>
              </a:endParaRPr>
            </a:p>
          </p:txBody>
        </p:sp>
      </p:grpSp>
      <p:grpSp>
        <p:nvGrpSpPr>
          <p:cNvPr id="45" name="Group 2">
            <a:extLst>
              <a:ext uri="{FF2B5EF4-FFF2-40B4-BE49-F238E27FC236}">
                <a16:creationId xmlns:a16="http://schemas.microsoft.com/office/drawing/2014/main" id="{3EA1D559-1487-E526-DE80-E4945131D315}"/>
              </a:ext>
            </a:extLst>
          </p:cNvPr>
          <p:cNvGrpSpPr/>
          <p:nvPr/>
        </p:nvGrpSpPr>
        <p:grpSpPr>
          <a:xfrm>
            <a:off x="6579509" y="4019022"/>
            <a:ext cx="5115454" cy="592235"/>
            <a:chOff x="5754275" y="1075746"/>
            <a:chExt cx="5115454" cy="592235"/>
          </a:xfrm>
        </p:grpSpPr>
        <p:sp>
          <p:nvSpPr>
            <p:cNvPr id="43" name="TextBox 6">
              <a:extLst>
                <a:ext uri="{FF2B5EF4-FFF2-40B4-BE49-F238E27FC236}">
                  <a16:creationId xmlns:a16="http://schemas.microsoft.com/office/drawing/2014/main" id="{3F80B193-6852-75C6-4E26-B211EBD19D53}"/>
                </a:ext>
              </a:extLst>
            </p:cNvPr>
            <p:cNvSpPr txBox="1"/>
            <p:nvPr/>
          </p:nvSpPr>
          <p:spPr>
            <a:xfrm>
              <a:off x="6602670" y="1075746"/>
              <a:ext cx="4267059" cy="461665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pPr algn="ctr"/>
              <a:r>
                <a:rPr lang="en-US" altLang="ko-KR" sz="2400" b="1" dirty="0" err="1">
                  <a:solidFill>
                    <a:srgbClr val="000000"/>
                  </a:solidFill>
                  <a:latin typeface="Times New Roman"/>
                  <a:cs typeface="Times New Roman"/>
                </a:rPr>
                <a:t>Présentation</a:t>
              </a:r>
              <a:r>
                <a:rPr lang="en-US" altLang="ko-KR" sz="2400" b="1" dirty="0">
                  <a:solidFill>
                    <a:srgbClr val="000000"/>
                  </a:solidFill>
                  <a:latin typeface="Times New Roman"/>
                  <a:cs typeface="Times New Roman"/>
                </a:rPr>
                <a:t> de </a:t>
              </a:r>
              <a:r>
                <a:rPr lang="en-US" altLang="ko-KR" sz="2400" b="1" dirty="0" err="1">
                  <a:solidFill>
                    <a:srgbClr val="000000"/>
                  </a:solidFill>
                  <a:latin typeface="Times New Roman"/>
                  <a:cs typeface="Times New Roman"/>
                </a:rPr>
                <a:t>l'application</a:t>
              </a:r>
              <a:endParaRPr lang="en-US" altLang="ko-KR" sz="2400" b="1">
                <a:solidFill>
                  <a:srgbClr val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44" name="TextBox 7">
              <a:extLst>
                <a:ext uri="{FF2B5EF4-FFF2-40B4-BE49-F238E27FC236}">
                  <a16:creationId xmlns:a16="http://schemas.microsoft.com/office/drawing/2014/main" id="{9C35560E-F725-A313-0A16-A7D7A2B7C482}"/>
                </a:ext>
              </a:extLst>
            </p:cNvPr>
            <p:cNvSpPr txBox="1"/>
            <p:nvPr/>
          </p:nvSpPr>
          <p:spPr>
            <a:xfrm>
              <a:off x="5754275" y="1144761"/>
              <a:ext cx="847807" cy="523220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pPr algn="ctr"/>
              <a:r>
                <a:rPr lang="en-US" altLang="ko-KR" sz="2800" b="1" dirty="0">
                  <a:cs typeface="Arial"/>
                </a:rPr>
                <a:t>04</a:t>
              </a:r>
              <a:endParaRPr lang="ko-KR" altLang="en-US" sz="2800" b="1" dirty="0">
                <a:cs typeface="Arial"/>
              </a:endParaRPr>
            </a:p>
          </p:txBody>
        </p:sp>
      </p:grpSp>
      <p:grpSp>
        <p:nvGrpSpPr>
          <p:cNvPr id="50" name="Group 2">
            <a:extLst>
              <a:ext uri="{FF2B5EF4-FFF2-40B4-BE49-F238E27FC236}">
                <a16:creationId xmlns:a16="http://schemas.microsoft.com/office/drawing/2014/main" id="{1FBE7525-AEBE-E3F6-738A-735E3BCDBF82}"/>
              </a:ext>
            </a:extLst>
          </p:cNvPr>
          <p:cNvGrpSpPr/>
          <p:nvPr/>
        </p:nvGrpSpPr>
        <p:grpSpPr>
          <a:xfrm>
            <a:off x="6546891" y="1983457"/>
            <a:ext cx="4125389" cy="618415"/>
            <a:chOff x="5561235" y="945181"/>
            <a:chExt cx="4125389" cy="618415"/>
          </a:xfrm>
        </p:grpSpPr>
        <p:sp>
          <p:nvSpPr>
            <p:cNvPr id="47" name="Freeform: Shape 4">
              <a:extLst>
                <a:ext uri="{FF2B5EF4-FFF2-40B4-BE49-F238E27FC236}">
                  <a16:creationId xmlns:a16="http://schemas.microsoft.com/office/drawing/2014/main" id="{DB5A3B33-82E9-AC23-1893-3B827139EDA9}"/>
                </a:ext>
              </a:extLst>
            </p:cNvPr>
            <p:cNvSpPr/>
            <p:nvPr/>
          </p:nvSpPr>
          <p:spPr>
            <a:xfrm>
              <a:off x="5960497" y="945181"/>
              <a:ext cx="607913" cy="618415"/>
            </a:xfrm>
            <a:custGeom>
              <a:avLst/>
              <a:gdLst>
                <a:gd name="connsiteX0" fmla="*/ 2136690 w 2137366"/>
                <a:gd name="connsiteY0" fmla="*/ 836820 h 2138405"/>
                <a:gd name="connsiteX1" fmla="*/ 1925402 w 2137366"/>
                <a:gd name="connsiteY1" fmla="*/ 626087 h 2138405"/>
                <a:gd name="connsiteX2" fmla="*/ 1535002 w 2137366"/>
                <a:gd name="connsiteY2" fmla="*/ 627128 h 2138405"/>
                <a:gd name="connsiteX3" fmla="*/ 1510802 w 2137366"/>
                <a:gd name="connsiteY3" fmla="*/ 601817 h 2138405"/>
                <a:gd name="connsiteX4" fmla="*/ 1511842 w 2137366"/>
                <a:gd name="connsiteY4" fmla="*/ 213290 h 2138405"/>
                <a:gd name="connsiteX5" fmla="*/ 1301941 w 2137366"/>
                <a:gd name="connsiteY5" fmla="*/ 1032 h 2138405"/>
                <a:gd name="connsiteX6" fmla="*/ 834294 w 2137366"/>
                <a:gd name="connsiteY6" fmla="*/ 1101 h 2138405"/>
                <a:gd name="connsiteX7" fmla="*/ 625087 w 2137366"/>
                <a:gd name="connsiteY7" fmla="*/ 214053 h 2138405"/>
                <a:gd name="connsiteX8" fmla="*/ 626127 w 2137366"/>
                <a:gd name="connsiteY8" fmla="*/ 606741 h 2138405"/>
                <a:gd name="connsiteX9" fmla="*/ 605393 w 2137366"/>
                <a:gd name="connsiteY9" fmla="*/ 626920 h 2138405"/>
                <a:gd name="connsiteX10" fmla="*/ 214993 w 2137366"/>
                <a:gd name="connsiteY10" fmla="*/ 625879 h 2138405"/>
                <a:gd name="connsiteX11" fmla="*/ 31 w 2137366"/>
                <a:gd name="connsiteY11" fmla="*/ 839663 h 2138405"/>
                <a:gd name="connsiteX12" fmla="*/ 31 w 2137366"/>
                <a:gd name="connsiteY12" fmla="*/ 1299198 h 2138405"/>
                <a:gd name="connsiteX13" fmla="*/ 7312 w 2137366"/>
                <a:gd name="connsiteY13" fmla="*/ 1354672 h 2138405"/>
                <a:gd name="connsiteX14" fmla="*/ 32622 w 2137366"/>
                <a:gd name="connsiteY14" fmla="*/ 1364103 h 2138405"/>
                <a:gd name="connsiteX15" fmla="*/ 196826 w 2137366"/>
                <a:gd name="connsiteY15" fmla="*/ 1232767 h 2138405"/>
                <a:gd name="connsiteX16" fmla="*/ 402843 w 2137366"/>
                <a:gd name="connsiteY16" fmla="*/ 1092418 h 2138405"/>
                <a:gd name="connsiteX17" fmla="*/ 420525 w 2137366"/>
                <a:gd name="connsiteY17" fmla="*/ 1078688 h 2138405"/>
                <a:gd name="connsiteX18" fmla="*/ 454573 w 2137366"/>
                <a:gd name="connsiteY18" fmla="*/ 979944 h 2138405"/>
                <a:gd name="connsiteX19" fmla="*/ 495138 w 2137366"/>
                <a:gd name="connsiteY19" fmla="*/ 898188 h 2138405"/>
                <a:gd name="connsiteX20" fmla="*/ 508036 w 2137366"/>
                <a:gd name="connsiteY20" fmla="*/ 880021 h 2138405"/>
                <a:gd name="connsiteX21" fmla="*/ 569474 w 2137366"/>
                <a:gd name="connsiteY21" fmla="*/ 763109 h 2138405"/>
                <a:gd name="connsiteX22" fmla="*/ 729933 w 2137366"/>
                <a:gd name="connsiteY22" fmla="*/ 519091 h 2138405"/>
                <a:gd name="connsiteX23" fmla="*/ 850035 w 2137366"/>
                <a:gd name="connsiteY23" fmla="*/ 436504 h 2138405"/>
                <a:gd name="connsiteX24" fmla="*/ 1004045 w 2137366"/>
                <a:gd name="connsiteY24" fmla="*/ 435533 h 2138405"/>
                <a:gd name="connsiteX25" fmla="*/ 1072417 w 2137366"/>
                <a:gd name="connsiteY25" fmla="*/ 436574 h 2138405"/>
                <a:gd name="connsiteX26" fmla="*/ 1116033 w 2137366"/>
                <a:gd name="connsiteY26" fmla="*/ 436296 h 2138405"/>
                <a:gd name="connsiteX27" fmla="*/ 1308252 w 2137366"/>
                <a:gd name="connsiteY27" fmla="*/ 569157 h 2138405"/>
                <a:gd name="connsiteX28" fmla="*/ 1387857 w 2137366"/>
                <a:gd name="connsiteY28" fmla="*/ 634755 h 2138405"/>
                <a:gd name="connsiteX29" fmla="*/ 1681870 w 2137366"/>
                <a:gd name="connsiteY29" fmla="*/ 756244 h 2138405"/>
                <a:gd name="connsiteX30" fmla="*/ 1706071 w 2137366"/>
                <a:gd name="connsiteY30" fmla="*/ 802634 h 2138405"/>
                <a:gd name="connsiteX31" fmla="*/ 1659611 w 2137366"/>
                <a:gd name="connsiteY31" fmla="*/ 887163 h 2138405"/>
                <a:gd name="connsiteX32" fmla="*/ 1643940 w 2137366"/>
                <a:gd name="connsiteY32" fmla="*/ 917535 h 2138405"/>
                <a:gd name="connsiteX33" fmla="*/ 1610933 w 2137366"/>
                <a:gd name="connsiteY33" fmla="*/ 977239 h 2138405"/>
                <a:gd name="connsiteX34" fmla="*/ 1462678 w 2137366"/>
                <a:gd name="connsiteY34" fmla="*/ 1023629 h 2138405"/>
                <a:gd name="connsiteX35" fmla="*/ 1378912 w 2137366"/>
                <a:gd name="connsiteY35" fmla="*/ 1015031 h 2138405"/>
                <a:gd name="connsiteX36" fmla="*/ 1280653 w 2137366"/>
                <a:gd name="connsiteY36" fmla="*/ 1000746 h 2138405"/>
                <a:gd name="connsiteX37" fmla="*/ 1258394 w 2137366"/>
                <a:gd name="connsiteY37" fmla="*/ 1000192 h 2138405"/>
                <a:gd name="connsiteX38" fmla="*/ 1069296 w 2137366"/>
                <a:gd name="connsiteY38" fmla="*/ 1110863 h 2138405"/>
                <a:gd name="connsiteX39" fmla="*/ 1062709 w 2137366"/>
                <a:gd name="connsiteY39" fmla="*/ 1129655 h 2138405"/>
                <a:gd name="connsiteX40" fmla="*/ 1033307 w 2137366"/>
                <a:gd name="connsiteY40" fmla="*/ 1189706 h 2138405"/>
                <a:gd name="connsiteX41" fmla="*/ 1004738 w 2137366"/>
                <a:gd name="connsiteY41" fmla="*/ 1185614 h 2138405"/>
                <a:gd name="connsiteX42" fmla="*/ 973881 w 2137366"/>
                <a:gd name="connsiteY42" fmla="*/ 1182841 h 2138405"/>
                <a:gd name="connsiteX43" fmla="*/ 954395 w 2137366"/>
                <a:gd name="connsiteY43" fmla="*/ 1207041 h 2138405"/>
                <a:gd name="connsiteX44" fmla="*/ 900932 w 2137366"/>
                <a:gd name="connsiteY44" fmla="*/ 1305647 h 2138405"/>
                <a:gd name="connsiteX45" fmla="*/ 934425 w 2137366"/>
                <a:gd name="connsiteY45" fmla="*/ 1322428 h 2138405"/>
                <a:gd name="connsiteX46" fmla="*/ 930680 w 2137366"/>
                <a:gd name="connsiteY46" fmla="*/ 1420894 h 2138405"/>
                <a:gd name="connsiteX47" fmla="*/ 917990 w 2137366"/>
                <a:gd name="connsiteY47" fmla="*/ 1458963 h 2138405"/>
                <a:gd name="connsiteX48" fmla="*/ 936921 w 2137366"/>
                <a:gd name="connsiteY48" fmla="*/ 1461321 h 2138405"/>
                <a:gd name="connsiteX49" fmla="*/ 973881 w 2137366"/>
                <a:gd name="connsiteY49" fmla="*/ 1455774 h 2138405"/>
                <a:gd name="connsiteX50" fmla="*/ 984976 w 2137366"/>
                <a:gd name="connsiteY50" fmla="*/ 1487949 h 2138405"/>
                <a:gd name="connsiteX51" fmla="*/ 982826 w 2137366"/>
                <a:gd name="connsiteY51" fmla="*/ 1507503 h 2138405"/>
                <a:gd name="connsiteX52" fmla="*/ 970414 w 2137366"/>
                <a:gd name="connsiteY52" fmla="*/ 1535032 h 2138405"/>
                <a:gd name="connsiteX53" fmla="*/ 934563 w 2137366"/>
                <a:gd name="connsiteY53" fmla="*/ 1528861 h 2138405"/>
                <a:gd name="connsiteX54" fmla="*/ 903290 w 2137366"/>
                <a:gd name="connsiteY54" fmla="*/ 1517419 h 2138405"/>
                <a:gd name="connsiteX55" fmla="*/ 915494 w 2137366"/>
                <a:gd name="connsiteY55" fmla="*/ 1565682 h 2138405"/>
                <a:gd name="connsiteX56" fmla="*/ 911611 w 2137366"/>
                <a:gd name="connsiteY56" fmla="*/ 1629685 h 2138405"/>
                <a:gd name="connsiteX57" fmla="*/ 853987 w 2137366"/>
                <a:gd name="connsiteY57" fmla="*/ 1737375 h 2138405"/>
                <a:gd name="connsiteX58" fmla="*/ 656915 w 2137366"/>
                <a:gd name="connsiteY58" fmla="*/ 2005107 h 2138405"/>
                <a:gd name="connsiteX59" fmla="*/ 655112 w 2137366"/>
                <a:gd name="connsiteY59" fmla="*/ 2037282 h 2138405"/>
                <a:gd name="connsiteX60" fmla="*/ 839911 w 2137366"/>
                <a:gd name="connsiteY60" fmla="*/ 2138037 h 2138405"/>
                <a:gd name="connsiteX61" fmla="*/ 1267894 w 2137366"/>
                <a:gd name="connsiteY61" fmla="*/ 2138176 h 2138405"/>
                <a:gd name="connsiteX62" fmla="*/ 1332383 w 2137366"/>
                <a:gd name="connsiteY62" fmla="*/ 2135125 h 2138405"/>
                <a:gd name="connsiteX63" fmla="*/ 1510732 w 2137366"/>
                <a:gd name="connsiteY63" fmla="*/ 1938538 h 2138405"/>
                <a:gd name="connsiteX64" fmla="*/ 1510594 w 2137366"/>
                <a:gd name="connsiteY64" fmla="*/ 1531219 h 2138405"/>
                <a:gd name="connsiteX65" fmla="*/ 1530079 w 2137366"/>
                <a:gd name="connsiteY65" fmla="*/ 1511872 h 2138405"/>
                <a:gd name="connsiteX66" fmla="*/ 1926789 w 2137366"/>
                <a:gd name="connsiteY66" fmla="*/ 1512635 h 2138405"/>
                <a:gd name="connsiteX67" fmla="*/ 2136482 w 2137366"/>
                <a:gd name="connsiteY67" fmla="*/ 1302457 h 2138405"/>
                <a:gd name="connsiteX68" fmla="*/ 2136690 w 2137366"/>
                <a:gd name="connsiteY68" fmla="*/ 836820 h 2138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137366" h="2138405">
                  <a:moveTo>
                    <a:pt x="2136690" y="836820"/>
                  </a:moveTo>
                  <a:cubicBezTo>
                    <a:pt x="2135927" y="706594"/>
                    <a:pt x="2028723" y="624492"/>
                    <a:pt x="1925402" y="626087"/>
                  </a:cubicBezTo>
                  <a:cubicBezTo>
                    <a:pt x="1795315" y="628098"/>
                    <a:pt x="1665089" y="626018"/>
                    <a:pt x="1535002" y="627128"/>
                  </a:cubicBezTo>
                  <a:cubicBezTo>
                    <a:pt x="1513992" y="627336"/>
                    <a:pt x="1510663" y="621164"/>
                    <a:pt x="1510802" y="601817"/>
                  </a:cubicBezTo>
                  <a:cubicBezTo>
                    <a:pt x="1511703" y="472285"/>
                    <a:pt x="1509415" y="342753"/>
                    <a:pt x="1511842" y="213290"/>
                  </a:cubicBezTo>
                  <a:cubicBezTo>
                    <a:pt x="1513714" y="112327"/>
                    <a:pt x="1434802" y="2141"/>
                    <a:pt x="1301941" y="1032"/>
                  </a:cubicBezTo>
                  <a:cubicBezTo>
                    <a:pt x="1146059" y="-286"/>
                    <a:pt x="990176" y="-425"/>
                    <a:pt x="834294" y="1101"/>
                  </a:cubicBezTo>
                  <a:cubicBezTo>
                    <a:pt x="702404" y="2418"/>
                    <a:pt x="623145" y="112049"/>
                    <a:pt x="625087" y="214053"/>
                  </a:cubicBezTo>
                  <a:cubicBezTo>
                    <a:pt x="627583" y="344902"/>
                    <a:pt x="625295" y="475822"/>
                    <a:pt x="626127" y="606741"/>
                  </a:cubicBezTo>
                  <a:cubicBezTo>
                    <a:pt x="626265" y="623799"/>
                    <a:pt x="621203" y="626989"/>
                    <a:pt x="605393" y="626920"/>
                  </a:cubicBezTo>
                  <a:cubicBezTo>
                    <a:pt x="475237" y="626295"/>
                    <a:pt x="345080" y="628722"/>
                    <a:pt x="214993" y="625879"/>
                  </a:cubicBezTo>
                  <a:cubicBezTo>
                    <a:pt x="108067" y="623591"/>
                    <a:pt x="100" y="707912"/>
                    <a:pt x="31" y="839663"/>
                  </a:cubicBezTo>
                  <a:cubicBezTo>
                    <a:pt x="-39" y="992841"/>
                    <a:pt x="31" y="1146020"/>
                    <a:pt x="31" y="1299198"/>
                  </a:cubicBezTo>
                  <a:cubicBezTo>
                    <a:pt x="31" y="1317990"/>
                    <a:pt x="2527" y="1336504"/>
                    <a:pt x="7312" y="1354672"/>
                  </a:cubicBezTo>
                  <a:cubicBezTo>
                    <a:pt x="13483" y="1378179"/>
                    <a:pt x="12859" y="1377486"/>
                    <a:pt x="32622" y="1364103"/>
                  </a:cubicBezTo>
                  <a:cubicBezTo>
                    <a:pt x="90939" y="1324646"/>
                    <a:pt x="140103" y="1273888"/>
                    <a:pt x="196826" y="1232767"/>
                  </a:cubicBezTo>
                  <a:cubicBezTo>
                    <a:pt x="264088" y="1184019"/>
                    <a:pt x="334124" y="1139085"/>
                    <a:pt x="402843" y="1092418"/>
                  </a:cubicBezTo>
                  <a:cubicBezTo>
                    <a:pt x="409084" y="1088188"/>
                    <a:pt x="418237" y="1084651"/>
                    <a:pt x="420525" y="1078688"/>
                  </a:cubicBezTo>
                  <a:cubicBezTo>
                    <a:pt x="432868" y="1046166"/>
                    <a:pt x="454642" y="1017111"/>
                    <a:pt x="454573" y="979944"/>
                  </a:cubicBezTo>
                  <a:cubicBezTo>
                    <a:pt x="454503" y="946590"/>
                    <a:pt x="465390" y="917119"/>
                    <a:pt x="495138" y="898188"/>
                  </a:cubicBezTo>
                  <a:cubicBezTo>
                    <a:pt x="502350" y="893612"/>
                    <a:pt x="504569" y="886539"/>
                    <a:pt x="508036" y="880021"/>
                  </a:cubicBezTo>
                  <a:cubicBezTo>
                    <a:pt x="528769" y="841189"/>
                    <a:pt x="543956" y="799236"/>
                    <a:pt x="569474" y="763109"/>
                  </a:cubicBezTo>
                  <a:cubicBezTo>
                    <a:pt x="625711" y="683573"/>
                    <a:pt x="676331" y="600361"/>
                    <a:pt x="729933" y="519091"/>
                  </a:cubicBezTo>
                  <a:cubicBezTo>
                    <a:pt x="758502" y="475752"/>
                    <a:pt x="800108" y="444063"/>
                    <a:pt x="850035" y="436504"/>
                  </a:cubicBezTo>
                  <a:cubicBezTo>
                    <a:pt x="900239" y="428946"/>
                    <a:pt x="952800" y="430055"/>
                    <a:pt x="1004045" y="435533"/>
                  </a:cubicBezTo>
                  <a:cubicBezTo>
                    <a:pt x="1027067" y="438030"/>
                    <a:pt x="1049603" y="438862"/>
                    <a:pt x="1072417" y="436574"/>
                  </a:cubicBezTo>
                  <a:cubicBezTo>
                    <a:pt x="1087048" y="435117"/>
                    <a:pt x="1101471" y="433800"/>
                    <a:pt x="1116033" y="436296"/>
                  </a:cubicBezTo>
                  <a:cubicBezTo>
                    <a:pt x="1200493" y="450928"/>
                    <a:pt x="1258394" y="506818"/>
                    <a:pt x="1308252" y="569157"/>
                  </a:cubicBezTo>
                  <a:cubicBezTo>
                    <a:pt x="1331343" y="598004"/>
                    <a:pt x="1354781" y="621025"/>
                    <a:pt x="1387857" y="634755"/>
                  </a:cubicBezTo>
                  <a:cubicBezTo>
                    <a:pt x="1485769" y="675529"/>
                    <a:pt x="1583889" y="715748"/>
                    <a:pt x="1681870" y="756244"/>
                  </a:cubicBezTo>
                  <a:cubicBezTo>
                    <a:pt x="1707389" y="766784"/>
                    <a:pt x="1715710" y="778850"/>
                    <a:pt x="1706071" y="802634"/>
                  </a:cubicBezTo>
                  <a:cubicBezTo>
                    <a:pt x="1694075" y="832243"/>
                    <a:pt x="1691717" y="867608"/>
                    <a:pt x="1659611" y="887163"/>
                  </a:cubicBezTo>
                  <a:cubicBezTo>
                    <a:pt x="1649973" y="893057"/>
                    <a:pt x="1643871" y="904707"/>
                    <a:pt x="1643940" y="917535"/>
                  </a:cubicBezTo>
                  <a:cubicBezTo>
                    <a:pt x="1644079" y="943677"/>
                    <a:pt x="1628476" y="960874"/>
                    <a:pt x="1610933" y="977239"/>
                  </a:cubicBezTo>
                  <a:cubicBezTo>
                    <a:pt x="1568842" y="1016418"/>
                    <a:pt x="1520995" y="1035834"/>
                    <a:pt x="1462678" y="1023629"/>
                  </a:cubicBezTo>
                  <a:cubicBezTo>
                    <a:pt x="1435149" y="1017874"/>
                    <a:pt x="1407966" y="1007473"/>
                    <a:pt x="1378912" y="1015031"/>
                  </a:cubicBezTo>
                  <a:cubicBezTo>
                    <a:pt x="1344241" y="1024046"/>
                    <a:pt x="1311719" y="1017250"/>
                    <a:pt x="1280653" y="1000746"/>
                  </a:cubicBezTo>
                  <a:cubicBezTo>
                    <a:pt x="1273303" y="996794"/>
                    <a:pt x="1266022" y="998735"/>
                    <a:pt x="1258394" y="1000192"/>
                  </a:cubicBezTo>
                  <a:cubicBezTo>
                    <a:pt x="1182394" y="1014962"/>
                    <a:pt x="1124493" y="1060381"/>
                    <a:pt x="1069296" y="1110863"/>
                  </a:cubicBezTo>
                  <a:cubicBezTo>
                    <a:pt x="1063125" y="1116479"/>
                    <a:pt x="1063610" y="1122928"/>
                    <a:pt x="1062709" y="1129655"/>
                  </a:cubicBezTo>
                  <a:cubicBezTo>
                    <a:pt x="1059588" y="1152954"/>
                    <a:pt x="1051614" y="1173687"/>
                    <a:pt x="1033307" y="1189706"/>
                  </a:cubicBezTo>
                  <a:cubicBezTo>
                    <a:pt x="1021519" y="1200107"/>
                    <a:pt x="1009592" y="1198235"/>
                    <a:pt x="1004738" y="1185614"/>
                  </a:cubicBezTo>
                  <a:cubicBezTo>
                    <a:pt x="995100" y="1160512"/>
                    <a:pt x="984351" y="1175213"/>
                    <a:pt x="973881" y="1182841"/>
                  </a:cubicBezTo>
                  <a:cubicBezTo>
                    <a:pt x="965421" y="1189012"/>
                    <a:pt x="959457" y="1197749"/>
                    <a:pt x="954395" y="1207041"/>
                  </a:cubicBezTo>
                  <a:cubicBezTo>
                    <a:pt x="936644" y="1239771"/>
                    <a:pt x="918892" y="1272431"/>
                    <a:pt x="900932" y="1305647"/>
                  </a:cubicBezTo>
                  <a:cubicBezTo>
                    <a:pt x="912166" y="1311749"/>
                    <a:pt x="924509" y="1314523"/>
                    <a:pt x="934425" y="1322428"/>
                  </a:cubicBezTo>
                  <a:cubicBezTo>
                    <a:pt x="970275" y="1350927"/>
                    <a:pt x="968403" y="1402726"/>
                    <a:pt x="930680" y="1420894"/>
                  </a:cubicBezTo>
                  <a:cubicBezTo>
                    <a:pt x="912790" y="1429493"/>
                    <a:pt x="909115" y="1441212"/>
                    <a:pt x="917990" y="1458963"/>
                  </a:cubicBezTo>
                  <a:cubicBezTo>
                    <a:pt x="923399" y="1469781"/>
                    <a:pt x="927074" y="1476438"/>
                    <a:pt x="936921" y="1461321"/>
                  </a:cubicBezTo>
                  <a:cubicBezTo>
                    <a:pt x="946005" y="1447314"/>
                    <a:pt x="960567" y="1448146"/>
                    <a:pt x="973881" y="1455774"/>
                  </a:cubicBezTo>
                  <a:cubicBezTo>
                    <a:pt x="986293" y="1462916"/>
                    <a:pt x="989552" y="1474358"/>
                    <a:pt x="984976" y="1487949"/>
                  </a:cubicBezTo>
                  <a:cubicBezTo>
                    <a:pt x="982826" y="1494259"/>
                    <a:pt x="979706" y="1499598"/>
                    <a:pt x="982826" y="1507503"/>
                  </a:cubicBezTo>
                  <a:cubicBezTo>
                    <a:pt x="987472" y="1519361"/>
                    <a:pt x="981647" y="1530317"/>
                    <a:pt x="970414" y="1535032"/>
                  </a:cubicBezTo>
                  <a:cubicBezTo>
                    <a:pt x="957863" y="1540303"/>
                    <a:pt x="941082" y="1541620"/>
                    <a:pt x="934563" y="1528861"/>
                  </a:cubicBezTo>
                  <a:cubicBezTo>
                    <a:pt x="926450" y="1512981"/>
                    <a:pt x="916188" y="1516310"/>
                    <a:pt x="903290" y="1517419"/>
                  </a:cubicBezTo>
                  <a:cubicBezTo>
                    <a:pt x="907312" y="1533992"/>
                    <a:pt x="909669" y="1550496"/>
                    <a:pt x="915494" y="1565682"/>
                  </a:cubicBezTo>
                  <a:cubicBezTo>
                    <a:pt x="924162" y="1588149"/>
                    <a:pt x="920487" y="1608675"/>
                    <a:pt x="911611" y="1629685"/>
                  </a:cubicBezTo>
                  <a:cubicBezTo>
                    <a:pt x="895662" y="1667338"/>
                    <a:pt x="874443" y="1702149"/>
                    <a:pt x="853987" y="1737375"/>
                  </a:cubicBezTo>
                  <a:cubicBezTo>
                    <a:pt x="798097" y="1833830"/>
                    <a:pt x="723137" y="1916279"/>
                    <a:pt x="656915" y="2005107"/>
                  </a:cubicBezTo>
                  <a:cubicBezTo>
                    <a:pt x="648247" y="2016687"/>
                    <a:pt x="647276" y="2025147"/>
                    <a:pt x="655112" y="2037282"/>
                  </a:cubicBezTo>
                  <a:cubicBezTo>
                    <a:pt x="698590" y="2104475"/>
                    <a:pt x="760721" y="2137621"/>
                    <a:pt x="839911" y="2138037"/>
                  </a:cubicBezTo>
                  <a:cubicBezTo>
                    <a:pt x="982549" y="2138731"/>
                    <a:pt x="1125256" y="2138245"/>
                    <a:pt x="1267894" y="2138176"/>
                  </a:cubicBezTo>
                  <a:cubicBezTo>
                    <a:pt x="1289460" y="2138176"/>
                    <a:pt x="1310817" y="2137621"/>
                    <a:pt x="1332383" y="2135125"/>
                  </a:cubicBezTo>
                  <a:cubicBezTo>
                    <a:pt x="1428145" y="2124099"/>
                    <a:pt x="1510386" y="2034716"/>
                    <a:pt x="1510732" y="1938538"/>
                  </a:cubicBezTo>
                  <a:cubicBezTo>
                    <a:pt x="1511218" y="1802765"/>
                    <a:pt x="1511218" y="1666992"/>
                    <a:pt x="1510594" y="1531219"/>
                  </a:cubicBezTo>
                  <a:cubicBezTo>
                    <a:pt x="1510524" y="1515478"/>
                    <a:pt x="1514546" y="1511803"/>
                    <a:pt x="1530079" y="1511872"/>
                  </a:cubicBezTo>
                  <a:cubicBezTo>
                    <a:pt x="1662316" y="1512565"/>
                    <a:pt x="1794553" y="1510970"/>
                    <a:pt x="1926789" y="1512635"/>
                  </a:cubicBezTo>
                  <a:cubicBezTo>
                    <a:pt x="2029000" y="1513952"/>
                    <a:pt x="2135650" y="1431920"/>
                    <a:pt x="2136482" y="1302457"/>
                  </a:cubicBezTo>
                  <a:cubicBezTo>
                    <a:pt x="2137660" y="1147337"/>
                    <a:pt x="2137591" y="992079"/>
                    <a:pt x="2136690" y="836820"/>
                  </a:cubicBezTo>
                  <a:close/>
                </a:path>
              </a:pathLst>
            </a:custGeom>
            <a:solidFill>
              <a:schemeClr val="bg1"/>
            </a:solidFill>
            <a:ln w="69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48" name="TextBox 6">
              <a:extLst>
                <a:ext uri="{FF2B5EF4-FFF2-40B4-BE49-F238E27FC236}">
                  <a16:creationId xmlns:a16="http://schemas.microsoft.com/office/drawing/2014/main" id="{883FE182-539D-6138-BFF1-EFEA28CD091F}"/>
                </a:ext>
              </a:extLst>
            </p:cNvPr>
            <p:cNvSpPr txBox="1"/>
            <p:nvPr/>
          </p:nvSpPr>
          <p:spPr>
            <a:xfrm>
              <a:off x="6743038" y="1085772"/>
              <a:ext cx="2943586" cy="461665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r>
                <a:rPr lang="en-US" altLang="ko-KR" sz="2400" b="1" dirty="0" err="1">
                  <a:solidFill>
                    <a:srgbClr val="000000"/>
                  </a:solidFill>
                  <a:latin typeface="Times New Roman"/>
                  <a:cs typeface="Times New Roman"/>
                </a:rPr>
                <a:t>Contexte</a:t>
              </a:r>
              <a:r>
                <a:rPr lang="en-US" altLang="ko-KR" sz="2400" b="1" dirty="0">
                  <a:solidFill>
                    <a:srgbClr val="000000"/>
                  </a:solidFill>
                  <a:latin typeface="Times New Roman"/>
                  <a:cs typeface="Times New Roman"/>
                </a:rPr>
                <a:t> du </a:t>
              </a:r>
              <a:r>
                <a:rPr lang="en-US" altLang="ko-KR" sz="2400" b="1" dirty="0" err="1">
                  <a:solidFill>
                    <a:srgbClr val="000000"/>
                  </a:solidFill>
                  <a:latin typeface="Times New Roman"/>
                  <a:cs typeface="Times New Roman"/>
                </a:rPr>
                <a:t>projet</a:t>
              </a:r>
            </a:p>
          </p:txBody>
        </p:sp>
        <p:sp>
          <p:nvSpPr>
            <p:cNvPr id="49" name="TextBox 7">
              <a:extLst>
                <a:ext uri="{FF2B5EF4-FFF2-40B4-BE49-F238E27FC236}">
                  <a16:creationId xmlns:a16="http://schemas.microsoft.com/office/drawing/2014/main" id="{082FA814-9433-FCEA-A7D9-E9376CBBFFA5}"/>
                </a:ext>
              </a:extLst>
            </p:cNvPr>
            <p:cNvSpPr txBox="1"/>
            <p:nvPr/>
          </p:nvSpPr>
          <p:spPr>
            <a:xfrm>
              <a:off x="5561235" y="1033001"/>
              <a:ext cx="847807" cy="523220"/>
            </a:xfrm>
            <a:prstGeom prst="rect">
              <a:avLst/>
            </a:prstGeom>
            <a:noFill/>
          </p:spPr>
          <p:txBody>
            <a:bodyPr wrap="square" lIns="108000" tIns="45720" rIns="108000" bIns="45720" rtlCol="0" anchor="t">
              <a:spAutoFit/>
            </a:bodyPr>
            <a:lstStyle/>
            <a:p>
              <a:pPr algn="ctr"/>
              <a:r>
                <a:rPr lang="en-US" altLang="ko-KR" sz="2800" b="1">
                  <a:solidFill>
                    <a:srgbClr val="000000"/>
                  </a:solidFill>
                  <a:cs typeface="Arial"/>
                </a:rPr>
                <a:t>02</a:t>
              </a:r>
              <a:endParaRPr lang="ko-KR" altLang="en-US" sz="2800" b="1">
                <a:solidFill>
                  <a:srgbClr val="000000"/>
                </a:solidFill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1570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19125" y="339725"/>
            <a:ext cx="11572875" cy="723900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en-US" dirty="0">
                <a:solidFill>
                  <a:srgbClr val="FFFFFF"/>
                </a:solidFill>
                <a:latin typeface="Times New Roman"/>
                <a:cs typeface="Arial"/>
              </a:rPr>
              <a:t>Introduction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B9BDCDF-577E-2E2B-F43C-8CF74A25CD7A}"/>
              </a:ext>
            </a:extLst>
          </p:cNvPr>
          <p:cNvSpPr txBox="1"/>
          <p:nvPr/>
        </p:nvSpPr>
        <p:spPr>
          <a:xfrm>
            <a:off x="4521200" y="1209040"/>
            <a:ext cx="8453120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/>
              <a:buChar char="Ø"/>
            </a:pPr>
            <a:r>
              <a:rPr lang="en-US" dirty="0">
                <a:solidFill>
                  <a:schemeClr val="bg1"/>
                </a:solidFill>
              </a:rPr>
              <a:t>La </a:t>
            </a:r>
            <a:r>
              <a:rPr lang="en-US" dirty="0" err="1">
                <a:solidFill>
                  <a:schemeClr val="bg1"/>
                </a:solidFill>
              </a:rPr>
              <a:t>réalisation</a:t>
            </a:r>
            <a:r>
              <a:rPr lang="en-US" dirty="0">
                <a:solidFill>
                  <a:schemeClr val="bg1"/>
                </a:solidFill>
              </a:rPr>
              <a:t> de devis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ligne</a:t>
            </a:r>
            <a:endParaRPr lang="fr-FR">
              <a:solidFill>
                <a:schemeClr val="bg1"/>
              </a:solidFill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Wingdings"/>
              <a:buChar char="Ø"/>
            </a:pPr>
            <a:r>
              <a:rPr lang="en-US" dirty="0">
                <a:solidFill>
                  <a:schemeClr val="bg1"/>
                </a:solidFill>
              </a:rPr>
              <a:t>Le conseil aux </a:t>
            </a:r>
            <a:r>
              <a:rPr lang="en-US" dirty="0" err="1">
                <a:solidFill>
                  <a:schemeClr val="bg1"/>
                </a:solidFill>
              </a:rPr>
              <a:t>utilisateurs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Wingdings"/>
              <a:buChar char="Ø"/>
            </a:pPr>
            <a:r>
              <a:rPr lang="en-US" dirty="0">
                <a:solidFill>
                  <a:schemeClr val="bg1"/>
                </a:solidFill>
              </a:rPr>
              <a:t>La mise à disposition d'un catalogue </a:t>
            </a:r>
            <a:r>
              <a:rPr lang="en-US" dirty="0" err="1">
                <a:solidFill>
                  <a:schemeClr val="bg1"/>
                </a:solidFill>
              </a:rPr>
              <a:t>électronique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Wingdings"/>
              <a:buChar char="Ø"/>
            </a:pPr>
            <a:r>
              <a:rPr lang="en-US" dirty="0">
                <a:solidFill>
                  <a:schemeClr val="bg1"/>
                </a:solidFill>
              </a:rPr>
              <a:t>Un plan </a:t>
            </a:r>
            <a:r>
              <a:rPr lang="en-US" dirty="0" err="1">
                <a:solidFill>
                  <a:schemeClr val="bg1"/>
                </a:solidFill>
              </a:rPr>
              <a:t>d'accès</a:t>
            </a:r>
            <a:r>
              <a:rPr lang="en-US" dirty="0">
                <a:solidFill>
                  <a:schemeClr val="bg1"/>
                </a:solidFill>
              </a:rPr>
              <a:t> aux points de vente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Wingdings"/>
              <a:buChar char="Ø"/>
            </a:pPr>
            <a:r>
              <a:rPr lang="en-US" dirty="0">
                <a:solidFill>
                  <a:schemeClr val="bg1"/>
                </a:solidFill>
              </a:rPr>
              <a:t>La gestion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temps </a:t>
            </a:r>
            <a:r>
              <a:rPr lang="en-US" err="1">
                <a:solidFill>
                  <a:schemeClr val="bg1"/>
                </a:solidFill>
              </a:rPr>
              <a:t>réel</a:t>
            </a:r>
            <a:r>
              <a:rPr lang="en-US" dirty="0">
                <a:solidFill>
                  <a:schemeClr val="bg1"/>
                </a:solidFill>
              </a:rPr>
              <a:t> de la </a:t>
            </a:r>
            <a:r>
              <a:rPr lang="en-US" err="1">
                <a:solidFill>
                  <a:schemeClr val="bg1"/>
                </a:solidFill>
              </a:rPr>
              <a:t>disponibilité</a:t>
            </a:r>
            <a:r>
              <a:rPr lang="en-US" dirty="0">
                <a:solidFill>
                  <a:schemeClr val="bg1"/>
                </a:solidFill>
              </a:rPr>
              <a:t> des </a:t>
            </a:r>
            <a:r>
              <a:rPr lang="en-US" err="1">
                <a:solidFill>
                  <a:schemeClr val="bg1"/>
                </a:solidFill>
              </a:rPr>
              <a:t>produits</a:t>
            </a:r>
            <a:r>
              <a:rPr lang="en-US" dirty="0">
                <a:solidFill>
                  <a:schemeClr val="bg1"/>
                </a:solidFill>
              </a:rPr>
              <a:t> (stocks)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Wingdings"/>
              <a:buChar char="Ø"/>
            </a:pPr>
            <a:r>
              <a:rPr lang="en-US" dirty="0">
                <a:solidFill>
                  <a:schemeClr val="bg1"/>
                </a:solidFill>
              </a:rPr>
              <a:t>Le </a:t>
            </a:r>
            <a:r>
              <a:rPr lang="en-US" err="1">
                <a:solidFill>
                  <a:schemeClr val="bg1"/>
                </a:solidFill>
              </a:rPr>
              <a:t>paiement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ligne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Wingdings"/>
              <a:buChar char="Ø"/>
            </a:pPr>
            <a:r>
              <a:rPr lang="en-US" dirty="0">
                <a:solidFill>
                  <a:schemeClr val="bg1"/>
                </a:solidFill>
              </a:rPr>
              <a:t>Le </a:t>
            </a:r>
            <a:r>
              <a:rPr lang="en-US" err="1">
                <a:solidFill>
                  <a:schemeClr val="bg1"/>
                </a:solidFill>
              </a:rPr>
              <a:t>suivi</a:t>
            </a:r>
            <a:r>
              <a:rPr lang="en-US" dirty="0">
                <a:solidFill>
                  <a:schemeClr val="bg1"/>
                </a:solidFill>
              </a:rPr>
              <a:t> de la livraison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Wingdings"/>
              <a:buChar char="Ø"/>
            </a:pPr>
            <a:r>
              <a:rPr lang="en-US" dirty="0">
                <a:solidFill>
                  <a:schemeClr val="bg1"/>
                </a:solidFill>
              </a:rPr>
              <a:t>Le service après-vente</a:t>
            </a:r>
            <a:endParaRPr lang="en-US" dirty="0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cs typeface="Arial"/>
              </a:rPr>
              <a:t>Introduction</a:t>
            </a:r>
            <a:endParaRPr lang="fr-FR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290DA7C-4B2E-411F-A481-FBF0E025F843}"/>
              </a:ext>
            </a:extLst>
          </p:cNvPr>
          <p:cNvGrpSpPr/>
          <p:nvPr/>
        </p:nvGrpSpPr>
        <p:grpSpPr>
          <a:xfrm>
            <a:off x="6094799" y="1412294"/>
            <a:ext cx="5785459" cy="4867410"/>
            <a:chOff x="6094799" y="1412294"/>
            <a:chExt cx="5785459" cy="4867410"/>
          </a:xfrm>
        </p:grpSpPr>
        <p:grpSp>
          <p:nvGrpSpPr>
            <p:cNvPr id="9" name="Graphic 33">
              <a:extLst>
                <a:ext uri="{FF2B5EF4-FFF2-40B4-BE49-F238E27FC236}">
                  <a16:creationId xmlns:a16="http://schemas.microsoft.com/office/drawing/2014/main" id="{3D549E8A-06D7-4EA4-8513-3D1D8E550790}"/>
                </a:ext>
              </a:extLst>
            </p:cNvPr>
            <p:cNvGrpSpPr/>
            <p:nvPr/>
          </p:nvGrpSpPr>
          <p:grpSpPr>
            <a:xfrm>
              <a:off x="7105963" y="1412294"/>
              <a:ext cx="3023169" cy="2904280"/>
              <a:chOff x="2705100" y="171450"/>
              <a:chExt cx="6781800" cy="65151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D812439D-8C9F-4968-BFCF-64DA25D41032}"/>
                  </a:ext>
                </a:extLst>
              </p:cNvPr>
              <p:cNvSpPr/>
              <p:nvPr/>
            </p:nvSpPr>
            <p:spPr>
              <a:xfrm>
                <a:off x="3196589" y="3950017"/>
                <a:ext cx="5795962" cy="2738437"/>
              </a:xfrm>
              <a:custGeom>
                <a:avLst/>
                <a:gdLst>
                  <a:gd name="connsiteX0" fmla="*/ 5233035 w 5795962"/>
                  <a:gd name="connsiteY0" fmla="*/ 2738438 h 2738437"/>
                  <a:gd name="connsiteX1" fmla="*/ 555308 w 5795962"/>
                  <a:gd name="connsiteY1" fmla="*/ 2738438 h 2738437"/>
                  <a:gd name="connsiteX2" fmla="*/ 357188 w 5795962"/>
                  <a:gd name="connsiteY2" fmla="*/ 2566035 h 2738437"/>
                  <a:gd name="connsiteX3" fmla="*/ 0 w 5795962"/>
                  <a:gd name="connsiteY3" fmla="*/ 0 h 2738437"/>
                  <a:gd name="connsiteX4" fmla="*/ 5795963 w 5795962"/>
                  <a:gd name="connsiteY4" fmla="*/ 0 h 2738437"/>
                  <a:gd name="connsiteX5" fmla="*/ 5430203 w 5795962"/>
                  <a:gd name="connsiteY5" fmla="*/ 2566988 h 2738437"/>
                  <a:gd name="connsiteX6" fmla="*/ 5233035 w 5795962"/>
                  <a:gd name="connsiteY6" fmla="*/ 2738438 h 2738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5962" h="2738437">
                    <a:moveTo>
                      <a:pt x="5233035" y="2738438"/>
                    </a:moveTo>
                    <a:lnTo>
                      <a:pt x="555308" y="2738438"/>
                    </a:lnTo>
                    <a:cubicBezTo>
                      <a:pt x="455295" y="2738438"/>
                      <a:pt x="371475" y="2665095"/>
                      <a:pt x="357188" y="2566035"/>
                    </a:cubicBezTo>
                    <a:lnTo>
                      <a:pt x="0" y="0"/>
                    </a:lnTo>
                    <a:lnTo>
                      <a:pt x="5795963" y="0"/>
                    </a:lnTo>
                    <a:lnTo>
                      <a:pt x="5430203" y="2566988"/>
                    </a:lnTo>
                    <a:cubicBezTo>
                      <a:pt x="5415915" y="2665095"/>
                      <a:pt x="5332095" y="2738438"/>
                      <a:pt x="5233035" y="2738438"/>
                    </a:cubicBezTo>
                    <a:close/>
                  </a:path>
                </a:pathLst>
              </a:custGeom>
              <a:solidFill>
                <a:srgbClr val="01484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A8F95E7-733C-49F8-9101-AD64903691AE}"/>
                  </a:ext>
                </a:extLst>
              </p:cNvPr>
              <p:cNvSpPr/>
              <p:nvPr/>
            </p:nvSpPr>
            <p:spPr>
              <a:xfrm>
                <a:off x="3639502" y="4936807"/>
                <a:ext cx="4910137" cy="204787"/>
              </a:xfrm>
              <a:custGeom>
                <a:avLst/>
                <a:gdLst>
                  <a:gd name="connsiteX0" fmla="*/ 0 w 4910137"/>
                  <a:gd name="connsiteY0" fmla="*/ 0 h 204787"/>
                  <a:gd name="connsiteX1" fmla="*/ 4910138 w 4910137"/>
                  <a:gd name="connsiteY1" fmla="*/ 0 h 204787"/>
                  <a:gd name="connsiteX2" fmla="*/ 4910138 w 4910137"/>
                  <a:gd name="connsiteY2" fmla="*/ 204787 h 204787"/>
                  <a:gd name="connsiteX3" fmla="*/ 0 w 4910137"/>
                  <a:gd name="connsiteY3" fmla="*/ 204787 h 204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10137" h="204787">
                    <a:moveTo>
                      <a:pt x="0" y="0"/>
                    </a:moveTo>
                    <a:lnTo>
                      <a:pt x="4910138" y="0"/>
                    </a:lnTo>
                    <a:lnTo>
                      <a:pt x="4910138" y="204787"/>
                    </a:lnTo>
                    <a:lnTo>
                      <a:pt x="0" y="204787"/>
                    </a:lnTo>
                    <a:close/>
                  </a:path>
                </a:pathLst>
              </a:custGeom>
              <a:solidFill>
                <a:srgbClr val="02C1C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3408192-5867-4182-A213-C92584C591B4}"/>
                  </a:ext>
                </a:extLst>
              </p:cNvPr>
              <p:cNvSpPr/>
              <p:nvPr/>
            </p:nvSpPr>
            <p:spPr>
              <a:xfrm>
                <a:off x="3713797" y="6196965"/>
                <a:ext cx="4769167" cy="204787"/>
              </a:xfrm>
              <a:custGeom>
                <a:avLst/>
                <a:gdLst>
                  <a:gd name="connsiteX0" fmla="*/ 0 w 4769167"/>
                  <a:gd name="connsiteY0" fmla="*/ 0 h 204787"/>
                  <a:gd name="connsiteX1" fmla="*/ 4769168 w 4769167"/>
                  <a:gd name="connsiteY1" fmla="*/ 0 h 204787"/>
                  <a:gd name="connsiteX2" fmla="*/ 4769168 w 4769167"/>
                  <a:gd name="connsiteY2" fmla="*/ 204787 h 204787"/>
                  <a:gd name="connsiteX3" fmla="*/ 0 w 4769167"/>
                  <a:gd name="connsiteY3" fmla="*/ 204787 h 204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9167" h="204787">
                    <a:moveTo>
                      <a:pt x="0" y="0"/>
                    </a:moveTo>
                    <a:lnTo>
                      <a:pt x="4769168" y="0"/>
                    </a:lnTo>
                    <a:lnTo>
                      <a:pt x="4769168" y="204787"/>
                    </a:lnTo>
                    <a:lnTo>
                      <a:pt x="0" y="204787"/>
                    </a:lnTo>
                    <a:close/>
                  </a:path>
                </a:pathLst>
              </a:custGeom>
              <a:solidFill>
                <a:srgbClr val="02C1C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3078E57-361F-4EE1-A78C-F59A3D2712AB}"/>
                  </a:ext>
                </a:extLst>
              </p:cNvPr>
              <p:cNvSpPr/>
              <p:nvPr/>
            </p:nvSpPr>
            <p:spPr>
              <a:xfrm>
                <a:off x="3643312" y="5424487"/>
                <a:ext cx="4910137" cy="204787"/>
              </a:xfrm>
              <a:custGeom>
                <a:avLst/>
                <a:gdLst>
                  <a:gd name="connsiteX0" fmla="*/ 0 w 4910137"/>
                  <a:gd name="connsiteY0" fmla="*/ 0 h 204787"/>
                  <a:gd name="connsiteX1" fmla="*/ 4910138 w 4910137"/>
                  <a:gd name="connsiteY1" fmla="*/ 0 h 204787"/>
                  <a:gd name="connsiteX2" fmla="*/ 4910138 w 4910137"/>
                  <a:gd name="connsiteY2" fmla="*/ 204788 h 204787"/>
                  <a:gd name="connsiteX3" fmla="*/ 0 w 4910137"/>
                  <a:gd name="connsiteY3" fmla="*/ 204788 h 204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10137" h="204787">
                    <a:moveTo>
                      <a:pt x="0" y="0"/>
                    </a:moveTo>
                    <a:lnTo>
                      <a:pt x="4910138" y="0"/>
                    </a:lnTo>
                    <a:lnTo>
                      <a:pt x="4910138" y="204788"/>
                    </a:lnTo>
                    <a:lnTo>
                      <a:pt x="0" y="204788"/>
                    </a:lnTo>
                    <a:close/>
                  </a:path>
                </a:pathLst>
              </a:custGeom>
              <a:solidFill>
                <a:srgbClr val="1A1A1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08E9554-C030-4BAA-873D-8921A8A3B5E3}"/>
                  </a:ext>
                </a:extLst>
              </p:cNvPr>
              <p:cNvSpPr/>
              <p:nvPr/>
            </p:nvSpPr>
            <p:spPr>
              <a:xfrm>
                <a:off x="3643312" y="4160520"/>
                <a:ext cx="4910137" cy="204787"/>
              </a:xfrm>
              <a:custGeom>
                <a:avLst/>
                <a:gdLst>
                  <a:gd name="connsiteX0" fmla="*/ 0 w 4910137"/>
                  <a:gd name="connsiteY0" fmla="*/ 0 h 204787"/>
                  <a:gd name="connsiteX1" fmla="*/ 4910138 w 4910137"/>
                  <a:gd name="connsiteY1" fmla="*/ 0 h 204787"/>
                  <a:gd name="connsiteX2" fmla="*/ 4910138 w 4910137"/>
                  <a:gd name="connsiteY2" fmla="*/ 204787 h 204787"/>
                  <a:gd name="connsiteX3" fmla="*/ 0 w 4910137"/>
                  <a:gd name="connsiteY3" fmla="*/ 204787 h 204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10137" h="204787">
                    <a:moveTo>
                      <a:pt x="0" y="0"/>
                    </a:moveTo>
                    <a:lnTo>
                      <a:pt x="4910138" y="0"/>
                    </a:lnTo>
                    <a:lnTo>
                      <a:pt x="4910138" y="204787"/>
                    </a:lnTo>
                    <a:lnTo>
                      <a:pt x="0" y="204787"/>
                    </a:lnTo>
                    <a:close/>
                  </a:path>
                </a:pathLst>
              </a:custGeom>
              <a:solidFill>
                <a:srgbClr val="1A1A1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98F79-8211-4267-B285-F46C8BE0DBBC}"/>
                  </a:ext>
                </a:extLst>
              </p:cNvPr>
              <p:cNvSpPr/>
              <p:nvPr/>
            </p:nvSpPr>
            <p:spPr>
              <a:xfrm>
                <a:off x="2705100" y="2106929"/>
                <a:ext cx="6779894" cy="1150620"/>
              </a:xfrm>
              <a:custGeom>
                <a:avLst/>
                <a:gdLst>
                  <a:gd name="connsiteX0" fmla="*/ 6779895 w 6779894"/>
                  <a:gd name="connsiteY0" fmla="*/ 1150620 h 1150620"/>
                  <a:gd name="connsiteX1" fmla="*/ 0 w 6779894"/>
                  <a:gd name="connsiteY1" fmla="*/ 1150620 h 1150620"/>
                  <a:gd name="connsiteX2" fmla="*/ 619125 w 6779894"/>
                  <a:gd name="connsiteY2" fmla="*/ 0 h 1150620"/>
                  <a:gd name="connsiteX3" fmla="*/ 6132195 w 6779894"/>
                  <a:gd name="connsiteY3" fmla="*/ 0 h 1150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79894" h="1150620">
                    <a:moveTo>
                      <a:pt x="6779895" y="1150620"/>
                    </a:moveTo>
                    <a:lnTo>
                      <a:pt x="0" y="1150620"/>
                    </a:lnTo>
                    <a:lnTo>
                      <a:pt x="619125" y="0"/>
                    </a:lnTo>
                    <a:lnTo>
                      <a:pt x="6132195" y="0"/>
                    </a:lnTo>
                    <a:close/>
                  </a:path>
                </a:pathLst>
              </a:custGeom>
              <a:solidFill>
                <a:srgbClr val="21818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E356A588-8175-4775-B589-239B0A534AFA}"/>
                  </a:ext>
                </a:extLst>
              </p:cNvPr>
              <p:cNvSpPr/>
              <p:nvPr/>
            </p:nvSpPr>
            <p:spPr>
              <a:xfrm>
                <a:off x="3135630" y="2252662"/>
                <a:ext cx="5918834" cy="860107"/>
              </a:xfrm>
              <a:custGeom>
                <a:avLst/>
                <a:gdLst>
                  <a:gd name="connsiteX0" fmla="*/ 5918835 w 5918834"/>
                  <a:gd name="connsiteY0" fmla="*/ 860107 h 860107"/>
                  <a:gd name="connsiteX1" fmla="*/ 0 w 5918834"/>
                  <a:gd name="connsiteY1" fmla="*/ 860107 h 860107"/>
                  <a:gd name="connsiteX2" fmla="*/ 435293 w 5918834"/>
                  <a:gd name="connsiteY2" fmla="*/ 0 h 860107"/>
                  <a:gd name="connsiteX3" fmla="*/ 5486400 w 5918834"/>
                  <a:gd name="connsiteY3" fmla="*/ 0 h 860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18834" h="860107">
                    <a:moveTo>
                      <a:pt x="5918835" y="860107"/>
                    </a:moveTo>
                    <a:lnTo>
                      <a:pt x="0" y="860107"/>
                    </a:lnTo>
                    <a:lnTo>
                      <a:pt x="435293" y="0"/>
                    </a:lnTo>
                    <a:lnTo>
                      <a:pt x="5486400" y="0"/>
                    </a:lnTo>
                    <a:close/>
                  </a:path>
                </a:pathLst>
              </a:custGeom>
              <a:solidFill>
                <a:srgbClr val="01484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9DDE878-737D-405D-B239-8B42403E6828}"/>
                  </a:ext>
                </a:extLst>
              </p:cNvPr>
              <p:cNvSpPr/>
              <p:nvPr/>
            </p:nvSpPr>
            <p:spPr>
              <a:xfrm>
                <a:off x="2710815" y="3258502"/>
                <a:ext cx="6768465" cy="724852"/>
              </a:xfrm>
              <a:custGeom>
                <a:avLst/>
                <a:gdLst>
                  <a:gd name="connsiteX0" fmla="*/ 6575108 w 6768465"/>
                  <a:gd name="connsiteY0" fmla="*/ 724853 h 724852"/>
                  <a:gd name="connsiteX1" fmla="*/ 193358 w 6768465"/>
                  <a:gd name="connsiteY1" fmla="*/ 724853 h 724852"/>
                  <a:gd name="connsiteX2" fmla="*/ 0 w 6768465"/>
                  <a:gd name="connsiteY2" fmla="*/ 531495 h 724852"/>
                  <a:gd name="connsiteX3" fmla="*/ 0 w 6768465"/>
                  <a:gd name="connsiteY3" fmla="*/ 0 h 724852"/>
                  <a:gd name="connsiteX4" fmla="*/ 6768465 w 6768465"/>
                  <a:gd name="connsiteY4" fmla="*/ 0 h 724852"/>
                  <a:gd name="connsiteX5" fmla="*/ 6768465 w 6768465"/>
                  <a:gd name="connsiteY5" fmla="*/ 531495 h 724852"/>
                  <a:gd name="connsiteX6" fmla="*/ 6575108 w 6768465"/>
                  <a:gd name="connsiteY6" fmla="*/ 724853 h 724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68465" h="724852">
                    <a:moveTo>
                      <a:pt x="6575108" y="724853"/>
                    </a:moveTo>
                    <a:lnTo>
                      <a:pt x="193358" y="724853"/>
                    </a:lnTo>
                    <a:cubicBezTo>
                      <a:pt x="86678" y="724853"/>
                      <a:pt x="0" y="638175"/>
                      <a:pt x="0" y="531495"/>
                    </a:cubicBezTo>
                    <a:lnTo>
                      <a:pt x="0" y="0"/>
                    </a:lnTo>
                    <a:lnTo>
                      <a:pt x="6768465" y="0"/>
                    </a:lnTo>
                    <a:lnTo>
                      <a:pt x="6768465" y="531495"/>
                    </a:lnTo>
                    <a:cubicBezTo>
                      <a:pt x="6768465" y="638175"/>
                      <a:pt x="6681788" y="724853"/>
                      <a:pt x="6575108" y="724853"/>
                    </a:cubicBezTo>
                    <a:close/>
                  </a:path>
                </a:pathLst>
              </a:custGeom>
              <a:solidFill>
                <a:srgbClr val="00777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B2EFEAA-5201-41C2-9C4A-E6E8CCB43ED8}"/>
                  </a:ext>
                </a:extLst>
              </p:cNvPr>
              <p:cNvSpPr/>
              <p:nvPr/>
            </p:nvSpPr>
            <p:spPr>
              <a:xfrm>
                <a:off x="3196589" y="3950017"/>
                <a:ext cx="5796915" cy="2738437"/>
              </a:xfrm>
              <a:custGeom>
                <a:avLst/>
                <a:gdLst>
                  <a:gd name="connsiteX0" fmla="*/ 0 w 5796915"/>
                  <a:gd name="connsiteY0" fmla="*/ 0 h 2738437"/>
                  <a:gd name="connsiteX1" fmla="*/ 357188 w 5796915"/>
                  <a:gd name="connsiteY1" fmla="*/ 2566035 h 2738437"/>
                  <a:gd name="connsiteX2" fmla="*/ 555308 w 5796915"/>
                  <a:gd name="connsiteY2" fmla="*/ 2738438 h 2738437"/>
                  <a:gd name="connsiteX3" fmla="*/ 5233035 w 5796915"/>
                  <a:gd name="connsiteY3" fmla="*/ 2738438 h 2738437"/>
                  <a:gd name="connsiteX4" fmla="*/ 5431155 w 5796915"/>
                  <a:gd name="connsiteY4" fmla="*/ 2566988 h 2738437"/>
                  <a:gd name="connsiteX5" fmla="*/ 5796915 w 5796915"/>
                  <a:gd name="connsiteY5" fmla="*/ 0 h 2738437"/>
                  <a:gd name="connsiteX6" fmla="*/ 0 w 5796915"/>
                  <a:gd name="connsiteY6" fmla="*/ 0 h 2738437"/>
                  <a:gd name="connsiteX7" fmla="*/ 714375 w 5796915"/>
                  <a:gd name="connsiteY7" fmla="*/ 2384108 h 2738437"/>
                  <a:gd name="connsiteX8" fmla="*/ 645795 w 5796915"/>
                  <a:gd name="connsiteY8" fmla="*/ 2452688 h 2738437"/>
                  <a:gd name="connsiteX9" fmla="*/ 606743 w 5796915"/>
                  <a:gd name="connsiteY9" fmla="*/ 2452688 h 2738437"/>
                  <a:gd name="connsiteX10" fmla="*/ 538163 w 5796915"/>
                  <a:gd name="connsiteY10" fmla="*/ 2384108 h 2738437"/>
                  <a:gd name="connsiteX11" fmla="*/ 442913 w 5796915"/>
                  <a:gd name="connsiteY11" fmla="*/ 1547813 h 2738437"/>
                  <a:gd name="connsiteX12" fmla="*/ 511493 w 5796915"/>
                  <a:gd name="connsiteY12" fmla="*/ 1479232 h 2738437"/>
                  <a:gd name="connsiteX13" fmla="*/ 645795 w 5796915"/>
                  <a:gd name="connsiteY13" fmla="*/ 1479232 h 2738437"/>
                  <a:gd name="connsiteX14" fmla="*/ 714375 w 5796915"/>
                  <a:gd name="connsiteY14" fmla="*/ 1547813 h 2738437"/>
                  <a:gd name="connsiteX15" fmla="*/ 714375 w 5796915"/>
                  <a:gd name="connsiteY15" fmla="*/ 2384108 h 2738437"/>
                  <a:gd name="connsiteX16" fmla="*/ 714375 w 5796915"/>
                  <a:gd name="connsiteY16" fmla="*/ 1116330 h 2738437"/>
                  <a:gd name="connsiteX17" fmla="*/ 645795 w 5796915"/>
                  <a:gd name="connsiteY17" fmla="*/ 1184910 h 2738437"/>
                  <a:gd name="connsiteX18" fmla="*/ 511493 w 5796915"/>
                  <a:gd name="connsiteY18" fmla="*/ 1184910 h 2738437"/>
                  <a:gd name="connsiteX19" fmla="*/ 442913 w 5796915"/>
                  <a:gd name="connsiteY19" fmla="*/ 1116330 h 2738437"/>
                  <a:gd name="connsiteX20" fmla="*/ 442913 w 5796915"/>
                  <a:gd name="connsiteY20" fmla="*/ 279082 h 2738437"/>
                  <a:gd name="connsiteX21" fmla="*/ 511493 w 5796915"/>
                  <a:gd name="connsiteY21" fmla="*/ 210502 h 2738437"/>
                  <a:gd name="connsiteX22" fmla="*/ 645795 w 5796915"/>
                  <a:gd name="connsiteY22" fmla="*/ 210502 h 2738437"/>
                  <a:gd name="connsiteX23" fmla="*/ 714375 w 5796915"/>
                  <a:gd name="connsiteY23" fmla="*/ 279082 h 2738437"/>
                  <a:gd name="connsiteX24" fmla="*/ 714375 w 5796915"/>
                  <a:gd name="connsiteY24" fmla="*/ 1116330 h 2738437"/>
                  <a:gd name="connsiteX25" fmla="*/ 1294448 w 5796915"/>
                  <a:gd name="connsiteY25" fmla="*/ 2384108 h 2738437"/>
                  <a:gd name="connsiteX26" fmla="*/ 1225868 w 5796915"/>
                  <a:gd name="connsiteY26" fmla="*/ 2452688 h 2738437"/>
                  <a:gd name="connsiteX27" fmla="*/ 1091565 w 5796915"/>
                  <a:gd name="connsiteY27" fmla="*/ 2452688 h 2738437"/>
                  <a:gd name="connsiteX28" fmla="*/ 1022985 w 5796915"/>
                  <a:gd name="connsiteY28" fmla="*/ 2384108 h 2738437"/>
                  <a:gd name="connsiteX29" fmla="*/ 1022985 w 5796915"/>
                  <a:gd name="connsiteY29" fmla="*/ 1547813 h 2738437"/>
                  <a:gd name="connsiteX30" fmla="*/ 1091565 w 5796915"/>
                  <a:gd name="connsiteY30" fmla="*/ 1479232 h 2738437"/>
                  <a:gd name="connsiteX31" fmla="*/ 1225868 w 5796915"/>
                  <a:gd name="connsiteY31" fmla="*/ 1479232 h 2738437"/>
                  <a:gd name="connsiteX32" fmla="*/ 1294448 w 5796915"/>
                  <a:gd name="connsiteY32" fmla="*/ 1547813 h 2738437"/>
                  <a:gd name="connsiteX33" fmla="*/ 1294448 w 5796915"/>
                  <a:gd name="connsiteY33" fmla="*/ 2384108 h 2738437"/>
                  <a:gd name="connsiteX34" fmla="*/ 1294448 w 5796915"/>
                  <a:gd name="connsiteY34" fmla="*/ 1116330 h 2738437"/>
                  <a:gd name="connsiteX35" fmla="*/ 1225868 w 5796915"/>
                  <a:gd name="connsiteY35" fmla="*/ 1184910 h 2738437"/>
                  <a:gd name="connsiteX36" fmla="*/ 1091565 w 5796915"/>
                  <a:gd name="connsiteY36" fmla="*/ 1184910 h 2738437"/>
                  <a:gd name="connsiteX37" fmla="*/ 1022985 w 5796915"/>
                  <a:gd name="connsiteY37" fmla="*/ 1116330 h 2738437"/>
                  <a:gd name="connsiteX38" fmla="*/ 1022985 w 5796915"/>
                  <a:gd name="connsiteY38" fmla="*/ 279082 h 2738437"/>
                  <a:gd name="connsiteX39" fmla="*/ 1091565 w 5796915"/>
                  <a:gd name="connsiteY39" fmla="*/ 210502 h 2738437"/>
                  <a:gd name="connsiteX40" fmla="*/ 1225868 w 5796915"/>
                  <a:gd name="connsiteY40" fmla="*/ 210502 h 2738437"/>
                  <a:gd name="connsiteX41" fmla="*/ 1294448 w 5796915"/>
                  <a:gd name="connsiteY41" fmla="*/ 279082 h 2738437"/>
                  <a:gd name="connsiteX42" fmla="*/ 1294448 w 5796915"/>
                  <a:gd name="connsiteY42" fmla="*/ 1116330 h 2738437"/>
                  <a:gd name="connsiteX43" fmla="*/ 1874520 w 5796915"/>
                  <a:gd name="connsiteY43" fmla="*/ 2384108 h 2738437"/>
                  <a:gd name="connsiteX44" fmla="*/ 1805940 w 5796915"/>
                  <a:gd name="connsiteY44" fmla="*/ 2452688 h 2738437"/>
                  <a:gd name="connsiteX45" fmla="*/ 1671638 w 5796915"/>
                  <a:gd name="connsiteY45" fmla="*/ 2452688 h 2738437"/>
                  <a:gd name="connsiteX46" fmla="*/ 1603058 w 5796915"/>
                  <a:gd name="connsiteY46" fmla="*/ 2384108 h 2738437"/>
                  <a:gd name="connsiteX47" fmla="*/ 1603058 w 5796915"/>
                  <a:gd name="connsiteY47" fmla="*/ 1547813 h 2738437"/>
                  <a:gd name="connsiteX48" fmla="*/ 1671638 w 5796915"/>
                  <a:gd name="connsiteY48" fmla="*/ 1479232 h 2738437"/>
                  <a:gd name="connsiteX49" fmla="*/ 1805940 w 5796915"/>
                  <a:gd name="connsiteY49" fmla="*/ 1479232 h 2738437"/>
                  <a:gd name="connsiteX50" fmla="*/ 1874520 w 5796915"/>
                  <a:gd name="connsiteY50" fmla="*/ 1547813 h 2738437"/>
                  <a:gd name="connsiteX51" fmla="*/ 1874520 w 5796915"/>
                  <a:gd name="connsiteY51" fmla="*/ 2384108 h 2738437"/>
                  <a:gd name="connsiteX52" fmla="*/ 1874520 w 5796915"/>
                  <a:gd name="connsiteY52" fmla="*/ 1116330 h 2738437"/>
                  <a:gd name="connsiteX53" fmla="*/ 1805940 w 5796915"/>
                  <a:gd name="connsiteY53" fmla="*/ 1184910 h 2738437"/>
                  <a:gd name="connsiteX54" fmla="*/ 1671638 w 5796915"/>
                  <a:gd name="connsiteY54" fmla="*/ 1184910 h 2738437"/>
                  <a:gd name="connsiteX55" fmla="*/ 1603058 w 5796915"/>
                  <a:gd name="connsiteY55" fmla="*/ 1116330 h 2738437"/>
                  <a:gd name="connsiteX56" fmla="*/ 1603058 w 5796915"/>
                  <a:gd name="connsiteY56" fmla="*/ 279082 h 2738437"/>
                  <a:gd name="connsiteX57" fmla="*/ 1671638 w 5796915"/>
                  <a:gd name="connsiteY57" fmla="*/ 210502 h 2738437"/>
                  <a:gd name="connsiteX58" fmla="*/ 1805940 w 5796915"/>
                  <a:gd name="connsiteY58" fmla="*/ 210502 h 2738437"/>
                  <a:gd name="connsiteX59" fmla="*/ 1874520 w 5796915"/>
                  <a:gd name="connsiteY59" fmla="*/ 279082 h 2738437"/>
                  <a:gd name="connsiteX60" fmla="*/ 1874520 w 5796915"/>
                  <a:gd name="connsiteY60" fmla="*/ 1116330 h 2738437"/>
                  <a:gd name="connsiteX61" fmla="*/ 2454593 w 5796915"/>
                  <a:gd name="connsiteY61" fmla="*/ 2384108 h 2738437"/>
                  <a:gd name="connsiteX62" fmla="*/ 2386013 w 5796915"/>
                  <a:gd name="connsiteY62" fmla="*/ 2452688 h 2738437"/>
                  <a:gd name="connsiteX63" fmla="*/ 2251710 w 5796915"/>
                  <a:gd name="connsiteY63" fmla="*/ 2452688 h 2738437"/>
                  <a:gd name="connsiteX64" fmla="*/ 2183130 w 5796915"/>
                  <a:gd name="connsiteY64" fmla="*/ 2384108 h 2738437"/>
                  <a:gd name="connsiteX65" fmla="*/ 2183130 w 5796915"/>
                  <a:gd name="connsiteY65" fmla="*/ 1547813 h 2738437"/>
                  <a:gd name="connsiteX66" fmla="*/ 2251710 w 5796915"/>
                  <a:gd name="connsiteY66" fmla="*/ 1479232 h 2738437"/>
                  <a:gd name="connsiteX67" fmla="*/ 2386013 w 5796915"/>
                  <a:gd name="connsiteY67" fmla="*/ 1479232 h 2738437"/>
                  <a:gd name="connsiteX68" fmla="*/ 2454593 w 5796915"/>
                  <a:gd name="connsiteY68" fmla="*/ 1547813 h 2738437"/>
                  <a:gd name="connsiteX69" fmla="*/ 2454593 w 5796915"/>
                  <a:gd name="connsiteY69" fmla="*/ 2384108 h 2738437"/>
                  <a:gd name="connsiteX70" fmla="*/ 2454593 w 5796915"/>
                  <a:gd name="connsiteY70" fmla="*/ 1116330 h 2738437"/>
                  <a:gd name="connsiteX71" fmla="*/ 2386013 w 5796915"/>
                  <a:gd name="connsiteY71" fmla="*/ 1184910 h 2738437"/>
                  <a:gd name="connsiteX72" fmla="*/ 2251710 w 5796915"/>
                  <a:gd name="connsiteY72" fmla="*/ 1184910 h 2738437"/>
                  <a:gd name="connsiteX73" fmla="*/ 2183130 w 5796915"/>
                  <a:gd name="connsiteY73" fmla="*/ 1116330 h 2738437"/>
                  <a:gd name="connsiteX74" fmla="*/ 2183130 w 5796915"/>
                  <a:gd name="connsiteY74" fmla="*/ 279082 h 2738437"/>
                  <a:gd name="connsiteX75" fmla="*/ 2251710 w 5796915"/>
                  <a:gd name="connsiteY75" fmla="*/ 210502 h 2738437"/>
                  <a:gd name="connsiteX76" fmla="*/ 2386013 w 5796915"/>
                  <a:gd name="connsiteY76" fmla="*/ 210502 h 2738437"/>
                  <a:gd name="connsiteX77" fmla="*/ 2454593 w 5796915"/>
                  <a:gd name="connsiteY77" fmla="*/ 279082 h 2738437"/>
                  <a:gd name="connsiteX78" fmla="*/ 2454593 w 5796915"/>
                  <a:gd name="connsiteY78" fmla="*/ 1116330 h 2738437"/>
                  <a:gd name="connsiteX79" fmla="*/ 3034665 w 5796915"/>
                  <a:gd name="connsiteY79" fmla="*/ 2384108 h 2738437"/>
                  <a:gd name="connsiteX80" fmla="*/ 2966085 w 5796915"/>
                  <a:gd name="connsiteY80" fmla="*/ 2452688 h 2738437"/>
                  <a:gd name="connsiteX81" fmla="*/ 2831783 w 5796915"/>
                  <a:gd name="connsiteY81" fmla="*/ 2452688 h 2738437"/>
                  <a:gd name="connsiteX82" fmla="*/ 2763203 w 5796915"/>
                  <a:gd name="connsiteY82" fmla="*/ 2384108 h 2738437"/>
                  <a:gd name="connsiteX83" fmla="*/ 2763203 w 5796915"/>
                  <a:gd name="connsiteY83" fmla="*/ 1547813 h 2738437"/>
                  <a:gd name="connsiteX84" fmla="*/ 2831783 w 5796915"/>
                  <a:gd name="connsiteY84" fmla="*/ 1479232 h 2738437"/>
                  <a:gd name="connsiteX85" fmla="*/ 2966085 w 5796915"/>
                  <a:gd name="connsiteY85" fmla="*/ 1479232 h 2738437"/>
                  <a:gd name="connsiteX86" fmla="*/ 3034665 w 5796915"/>
                  <a:gd name="connsiteY86" fmla="*/ 1547813 h 2738437"/>
                  <a:gd name="connsiteX87" fmla="*/ 3034665 w 5796915"/>
                  <a:gd name="connsiteY87" fmla="*/ 2384108 h 2738437"/>
                  <a:gd name="connsiteX88" fmla="*/ 3034665 w 5796915"/>
                  <a:gd name="connsiteY88" fmla="*/ 1116330 h 2738437"/>
                  <a:gd name="connsiteX89" fmla="*/ 2966085 w 5796915"/>
                  <a:gd name="connsiteY89" fmla="*/ 1184910 h 2738437"/>
                  <a:gd name="connsiteX90" fmla="*/ 2831783 w 5796915"/>
                  <a:gd name="connsiteY90" fmla="*/ 1184910 h 2738437"/>
                  <a:gd name="connsiteX91" fmla="*/ 2763203 w 5796915"/>
                  <a:gd name="connsiteY91" fmla="*/ 1116330 h 2738437"/>
                  <a:gd name="connsiteX92" fmla="*/ 2763203 w 5796915"/>
                  <a:gd name="connsiteY92" fmla="*/ 279082 h 2738437"/>
                  <a:gd name="connsiteX93" fmla="*/ 2831783 w 5796915"/>
                  <a:gd name="connsiteY93" fmla="*/ 210502 h 2738437"/>
                  <a:gd name="connsiteX94" fmla="*/ 2966085 w 5796915"/>
                  <a:gd name="connsiteY94" fmla="*/ 210502 h 2738437"/>
                  <a:gd name="connsiteX95" fmla="*/ 3034665 w 5796915"/>
                  <a:gd name="connsiteY95" fmla="*/ 279082 h 2738437"/>
                  <a:gd name="connsiteX96" fmla="*/ 3034665 w 5796915"/>
                  <a:gd name="connsiteY96" fmla="*/ 1116330 h 2738437"/>
                  <a:gd name="connsiteX97" fmla="*/ 3613785 w 5796915"/>
                  <a:gd name="connsiteY97" fmla="*/ 2384108 h 2738437"/>
                  <a:gd name="connsiteX98" fmla="*/ 3545205 w 5796915"/>
                  <a:gd name="connsiteY98" fmla="*/ 2452688 h 2738437"/>
                  <a:gd name="connsiteX99" fmla="*/ 3410903 w 5796915"/>
                  <a:gd name="connsiteY99" fmla="*/ 2452688 h 2738437"/>
                  <a:gd name="connsiteX100" fmla="*/ 3342323 w 5796915"/>
                  <a:gd name="connsiteY100" fmla="*/ 2384108 h 2738437"/>
                  <a:gd name="connsiteX101" fmla="*/ 3342323 w 5796915"/>
                  <a:gd name="connsiteY101" fmla="*/ 1547813 h 2738437"/>
                  <a:gd name="connsiteX102" fmla="*/ 3410903 w 5796915"/>
                  <a:gd name="connsiteY102" fmla="*/ 1479232 h 2738437"/>
                  <a:gd name="connsiteX103" fmla="*/ 3545205 w 5796915"/>
                  <a:gd name="connsiteY103" fmla="*/ 1479232 h 2738437"/>
                  <a:gd name="connsiteX104" fmla="*/ 3613785 w 5796915"/>
                  <a:gd name="connsiteY104" fmla="*/ 1547813 h 2738437"/>
                  <a:gd name="connsiteX105" fmla="*/ 3613785 w 5796915"/>
                  <a:gd name="connsiteY105" fmla="*/ 2384108 h 2738437"/>
                  <a:gd name="connsiteX106" fmla="*/ 3613785 w 5796915"/>
                  <a:gd name="connsiteY106" fmla="*/ 1116330 h 2738437"/>
                  <a:gd name="connsiteX107" fmla="*/ 3545205 w 5796915"/>
                  <a:gd name="connsiteY107" fmla="*/ 1184910 h 2738437"/>
                  <a:gd name="connsiteX108" fmla="*/ 3410903 w 5796915"/>
                  <a:gd name="connsiteY108" fmla="*/ 1184910 h 2738437"/>
                  <a:gd name="connsiteX109" fmla="*/ 3342323 w 5796915"/>
                  <a:gd name="connsiteY109" fmla="*/ 1116330 h 2738437"/>
                  <a:gd name="connsiteX110" fmla="*/ 3342323 w 5796915"/>
                  <a:gd name="connsiteY110" fmla="*/ 279082 h 2738437"/>
                  <a:gd name="connsiteX111" fmla="*/ 3410903 w 5796915"/>
                  <a:gd name="connsiteY111" fmla="*/ 210502 h 2738437"/>
                  <a:gd name="connsiteX112" fmla="*/ 3545205 w 5796915"/>
                  <a:gd name="connsiteY112" fmla="*/ 210502 h 2738437"/>
                  <a:gd name="connsiteX113" fmla="*/ 3613785 w 5796915"/>
                  <a:gd name="connsiteY113" fmla="*/ 279082 h 2738437"/>
                  <a:gd name="connsiteX114" fmla="*/ 3613785 w 5796915"/>
                  <a:gd name="connsiteY114" fmla="*/ 1116330 h 2738437"/>
                  <a:gd name="connsiteX115" fmla="*/ 4193858 w 5796915"/>
                  <a:gd name="connsiteY115" fmla="*/ 2384108 h 2738437"/>
                  <a:gd name="connsiteX116" fmla="*/ 4125278 w 5796915"/>
                  <a:gd name="connsiteY116" fmla="*/ 2452688 h 2738437"/>
                  <a:gd name="connsiteX117" fmla="*/ 3990975 w 5796915"/>
                  <a:gd name="connsiteY117" fmla="*/ 2452688 h 2738437"/>
                  <a:gd name="connsiteX118" fmla="*/ 3922395 w 5796915"/>
                  <a:gd name="connsiteY118" fmla="*/ 2384108 h 2738437"/>
                  <a:gd name="connsiteX119" fmla="*/ 3922395 w 5796915"/>
                  <a:gd name="connsiteY119" fmla="*/ 1547813 h 2738437"/>
                  <a:gd name="connsiteX120" fmla="*/ 3990975 w 5796915"/>
                  <a:gd name="connsiteY120" fmla="*/ 1479232 h 2738437"/>
                  <a:gd name="connsiteX121" fmla="*/ 4125278 w 5796915"/>
                  <a:gd name="connsiteY121" fmla="*/ 1479232 h 2738437"/>
                  <a:gd name="connsiteX122" fmla="*/ 4193858 w 5796915"/>
                  <a:gd name="connsiteY122" fmla="*/ 1547813 h 2738437"/>
                  <a:gd name="connsiteX123" fmla="*/ 4193858 w 5796915"/>
                  <a:gd name="connsiteY123" fmla="*/ 2384108 h 2738437"/>
                  <a:gd name="connsiteX124" fmla="*/ 4193858 w 5796915"/>
                  <a:gd name="connsiteY124" fmla="*/ 1116330 h 2738437"/>
                  <a:gd name="connsiteX125" fmla="*/ 4125278 w 5796915"/>
                  <a:gd name="connsiteY125" fmla="*/ 1184910 h 2738437"/>
                  <a:gd name="connsiteX126" fmla="*/ 3990975 w 5796915"/>
                  <a:gd name="connsiteY126" fmla="*/ 1184910 h 2738437"/>
                  <a:gd name="connsiteX127" fmla="*/ 3922395 w 5796915"/>
                  <a:gd name="connsiteY127" fmla="*/ 1116330 h 2738437"/>
                  <a:gd name="connsiteX128" fmla="*/ 3922395 w 5796915"/>
                  <a:gd name="connsiteY128" fmla="*/ 279082 h 2738437"/>
                  <a:gd name="connsiteX129" fmla="*/ 3990975 w 5796915"/>
                  <a:gd name="connsiteY129" fmla="*/ 210502 h 2738437"/>
                  <a:gd name="connsiteX130" fmla="*/ 4125278 w 5796915"/>
                  <a:gd name="connsiteY130" fmla="*/ 210502 h 2738437"/>
                  <a:gd name="connsiteX131" fmla="*/ 4193858 w 5796915"/>
                  <a:gd name="connsiteY131" fmla="*/ 279082 h 2738437"/>
                  <a:gd name="connsiteX132" fmla="*/ 4193858 w 5796915"/>
                  <a:gd name="connsiteY132" fmla="*/ 1116330 h 2738437"/>
                  <a:gd name="connsiteX133" fmla="*/ 4773930 w 5796915"/>
                  <a:gd name="connsiteY133" fmla="*/ 2384108 h 2738437"/>
                  <a:gd name="connsiteX134" fmla="*/ 4705350 w 5796915"/>
                  <a:gd name="connsiteY134" fmla="*/ 2452688 h 2738437"/>
                  <a:gd name="connsiteX135" fmla="*/ 4571048 w 5796915"/>
                  <a:gd name="connsiteY135" fmla="*/ 2452688 h 2738437"/>
                  <a:gd name="connsiteX136" fmla="*/ 4502468 w 5796915"/>
                  <a:gd name="connsiteY136" fmla="*/ 2384108 h 2738437"/>
                  <a:gd name="connsiteX137" fmla="*/ 4502468 w 5796915"/>
                  <a:gd name="connsiteY137" fmla="*/ 1547813 h 2738437"/>
                  <a:gd name="connsiteX138" fmla="*/ 4571048 w 5796915"/>
                  <a:gd name="connsiteY138" fmla="*/ 1479232 h 2738437"/>
                  <a:gd name="connsiteX139" fmla="*/ 4705350 w 5796915"/>
                  <a:gd name="connsiteY139" fmla="*/ 1479232 h 2738437"/>
                  <a:gd name="connsiteX140" fmla="*/ 4773930 w 5796915"/>
                  <a:gd name="connsiteY140" fmla="*/ 1547813 h 2738437"/>
                  <a:gd name="connsiteX141" fmla="*/ 4773930 w 5796915"/>
                  <a:gd name="connsiteY141" fmla="*/ 2384108 h 2738437"/>
                  <a:gd name="connsiteX142" fmla="*/ 4773930 w 5796915"/>
                  <a:gd name="connsiteY142" fmla="*/ 1116330 h 2738437"/>
                  <a:gd name="connsiteX143" fmla="*/ 4705350 w 5796915"/>
                  <a:gd name="connsiteY143" fmla="*/ 1184910 h 2738437"/>
                  <a:gd name="connsiteX144" fmla="*/ 4571048 w 5796915"/>
                  <a:gd name="connsiteY144" fmla="*/ 1184910 h 2738437"/>
                  <a:gd name="connsiteX145" fmla="*/ 4502468 w 5796915"/>
                  <a:gd name="connsiteY145" fmla="*/ 1116330 h 2738437"/>
                  <a:gd name="connsiteX146" fmla="*/ 4502468 w 5796915"/>
                  <a:gd name="connsiteY146" fmla="*/ 279082 h 2738437"/>
                  <a:gd name="connsiteX147" fmla="*/ 4571048 w 5796915"/>
                  <a:gd name="connsiteY147" fmla="*/ 210502 h 2738437"/>
                  <a:gd name="connsiteX148" fmla="*/ 4705350 w 5796915"/>
                  <a:gd name="connsiteY148" fmla="*/ 210502 h 2738437"/>
                  <a:gd name="connsiteX149" fmla="*/ 4773930 w 5796915"/>
                  <a:gd name="connsiteY149" fmla="*/ 279082 h 2738437"/>
                  <a:gd name="connsiteX150" fmla="*/ 4773930 w 5796915"/>
                  <a:gd name="connsiteY150" fmla="*/ 1116330 h 2738437"/>
                  <a:gd name="connsiteX151" fmla="*/ 5258753 w 5796915"/>
                  <a:gd name="connsiteY151" fmla="*/ 2384108 h 2738437"/>
                  <a:gd name="connsiteX152" fmla="*/ 5190173 w 5796915"/>
                  <a:gd name="connsiteY152" fmla="*/ 2452688 h 2738437"/>
                  <a:gd name="connsiteX153" fmla="*/ 5151120 w 5796915"/>
                  <a:gd name="connsiteY153" fmla="*/ 2452688 h 2738437"/>
                  <a:gd name="connsiteX154" fmla="*/ 5082540 w 5796915"/>
                  <a:gd name="connsiteY154" fmla="*/ 2384108 h 2738437"/>
                  <a:gd name="connsiteX155" fmla="*/ 5082540 w 5796915"/>
                  <a:gd name="connsiteY155" fmla="*/ 1547813 h 2738437"/>
                  <a:gd name="connsiteX156" fmla="*/ 5151120 w 5796915"/>
                  <a:gd name="connsiteY156" fmla="*/ 1479232 h 2738437"/>
                  <a:gd name="connsiteX157" fmla="*/ 5285423 w 5796915"/>
                  <a:gd name="connsiteY157" fmla="*/ 1479232 h 2738437"/>
                  <a:gd name="connsiteX158" fmla="*/ 5354003 w 5796915"/>
                  <a:gd name="connsiteY158" fmla="*/ 1547813 h 2738437"/>
                  <a:gd name="connsiteX159" fmla="*/ 5258753 w 5796915"/>
                  <a:gd name="connsiteY159" fmla="*/ 2384108 h 2738437"/>
                  <a:gd name="connsiteX160" fmla="*/ 5354003 w 5796915"/>
                  <a:gd name="connsiteY160" fmla="*/ 1116330 h 2738437"/>
                  <a:gd name="connsiteX161" fmla="*/ 5285423 w 5796915"/>
                  <a:gd name="connsiteY161" fmla="*/ 1184910 h 2738437"/>
                  <a:gd name="connsiteX162" fmla="*/ 5151120 w 5796915"/>
                  <a:gd name="connsiteY162" fmla="*/ 1184910 h 2738437"/>
                  <a:gd name="connsiteX163" fmla="*/ 5082540 w 5796915"/>
                  <a:gd name="connsiteY163" fmla="*/ 1116330 h 2738437"/>
                  <a:gd name="connsiteX164" fmla="*/ 5082540 w 5796915"/>
                  <a:gd name="connsiteY164" fmla="*/ 279082 h 2738437"/>
                  <a:gd name="connsiteX165" fmla="*/ 5151120 w 5796915"/>
                  <a:gd name="connsiteY165" fmla="*/ 210502 h 2738437"/>
                  <a:gd name="connsiteX166" fmla="*/ 5285423 w 5796915"/>
                  <a:gd name="connsiteY166" fmla="*/ 210502 h 2738437"/>
                  <a:gd name="connsiteX167" fmla="*/ 5354003 w 5796915"/>
                  <a:gd name="connsiteY167" fmla="*/ 279082 h 2738437"/>
                  <a:gd name="connsiteX168" fmla="*/ 5354003 w 5796915"/>
                  <a:gd name="connsiteY168" fmla="*/ 1116330 h 2738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5796915" h="2738437">
                    <a:moveTo>
                      <a:pt x="0" y="0"/>
                    </a:moveTo>
                    <a:lnTo>
                      <a:pt x="357188" y="2566035"/>
                    </a:lnTo>
                    <a:cubicBezTo>
                      <a:pt x="370523" y="2665095"/>
                      <a:pt x="455295" y="2738438"/>
                      <a:pt x="555308" y="2738438"/>
                    </a:cubicBezTo>
                    <a:lnTo>
                      <a:pt x="5233035" y="2738438"/>
                    </a:lnTo>
                    <a:cubicBezTo>
                      <a:pt x="5332095" y="2738438"/>
                      <a:pt x="5416868" y="2665095"/>
                      <a:pt x="5431155" y="2566988"/>
                    </a:cubicBezTo>
                    <a:lnTo>
                      <a:pt x="5796915" y="0"/>
                    </a:lnTo>
                    <a:lnTo>
                      <a:pt x="0" y="0"/>
                    </a:lnTo>
                    <a:close/>
                    <a:moveTo>
                      <a:pt x="714375" y="2384108"/>
                    </a:moveTo>
                    <a:cubicBezTo>
                      <a:pt x="714375" y="2422208"/>
                      <a:pt x="683895" y="2452688"/>
                      <a:pt x="645795" y="2452688"/>
                    </a:cubicBezTo>
                    <a:lnTo>
                      <a:pt x="606743" y="2452688"/>
                    </a:lnTo>
                    <a:cubicBezTo>
                      <a:pt x="568643" y="2452688"/>
                      <a:pt x="538163" y="2422208"/>
                      <a:pt x="538163" y="2384108"/>
                    </a:cubicBezTo>
                    <a:lnTo>
                      <a:pt x="442913" y="1547813"/>
                    </a:lnTo>
                    <a:cubicBezTo>
                      <a:pt x="442913" y="1509713"/>
                      <a:pt x="473393" y="1479232"/>
                      <a:pt x="511493" y="1479232"/>
                    </a:cubicBezTo>
                    <a:lnTo>
                      <a:pt x="645795" y="1479232"/>
                    </a:lnTo>
                    <a:cubicBezTo>
                      <a:pt x="683895" y="1479232"/>
                      <a:pt x="714375" y="1509713"/>
                      <a:pt x="714375" y="1547813"/>
                    </a:cubicBezTo>
                    <a:lnTo>
                      <a:pt x="714375" y="2384108"/>
                    </a:lnTo>
                    <a:close/>
                    <a:moveTo>
                      <a:pt x="714375" y="1116330"/>
                    </a:moveTo>
                    <a:cubicBezTo>
                      <a:pt x="714375" y="1154430"/>
                      <a:pt x="683895" y="1184910"/>
                      <a:pt x="645795" y="1184910"/>
                    </a:cubicBezTo>
                    <a:lnTo>
                      <a:pt x="511493" y="1184910"/>
                    </a:lnTo>
                    <a:cubicBezTo>
                      <a:pt x="473393" y="1184910"/>
                      <a:pt x="442913" y="1154430"/>
                      <a:pt x="442913" y="1116330"/>
                    </a:cubicBezTo>
                    <a:lnTo>
                      <a:pt x="442913" y="279082"/>
                    </a:lnTo>
                    <a:cubicBezTo>
                      <a:pt x="442913" y="240982"/>
                      <a:pt x="473393" y="210502"/>
                      <a:pt x="511493" y="210502"/>
                    </a:cubicBezTo>
                    <a:lnTo>
                      <a:pt x="645795" y="210502"/>
                    </a:lnTo>
                    <a:cubicBezTo>
                      <a:pt x="683895" y="210502"/>
                      <a:pt x="714375" y="240982"/>
                      <a:pt x="714375" y="279082"/>
                    </a:cubicBezTo>
                    <a:lnTo>
                      <a:pt x="714375" y="1116330"/>
                    </a:lnTo>
                    <a:close/>
                    <a:moveTo>
                      <a:pt x="1294448" y="2384108"/>
                    </a:moveTo>
                    <a:cubicBezTo>
                      <a:pt x="1294448" y="2422208"/>
                      <a:pt x="1263968" y="2452688"/>
                      <a:pt x="1225868" y="2452688"/>
                    </a:cubicBezTo>
                    <a:lnTo>
                      <a:pt x="1091565" y="2452688"/>
                    </a:lnTo>
                    <a:cubicBezTo>
                      <a:pt x="1053465" y="2452688"/>
                      <a:pt x="1022985" y="2422208"/>
                      <a:pt x="1022985" y="2384108"/>
                    </a:cubicBezTo>
                    <a:lnTo>
                      <a:pt x="1022985" y="1547813"/>
                    </a:lnTo>
                    <a:cubicBezTo>
                      <a:pt x="1022985" y="1509713"/>
                      <a:pt x="1053465" y="1479232"/>
                      <a:pt x="1091565" y="1479232"/>
                    </a:cubicBezTo>
                    <a:lnTo>
                      <a:pt x="1225868" y="1479232"/>
                    </a:lnTo>
                    <a:cubicBezTo>
                      <a:pt x="1263968" y="1479232"/>
                      <a:pt x="1294448" y="1509713"/>
                      <a:pt x="1294448" y="1547813"/>
                    </a:cubicBezTo>
                    <a:lnTo>
                      <a:pt x="1294448" y="2384108"/>
                    </a:lnTo>
                    <a:close/>
                    <a:moveTo>
                      <a:pt x="1294448" y="1116330"/>
                    </a:moveTo>
                    <a:cubicBezTo>
                      <a:pt x="1294448" y="1154430"/>
                      <a:pt x="1263968" y="1184910"/>
                      <a:pt x="1225868" y="1184910"/>
                    </a:cubicBezTo>
                    <a:lnTo>
                      <a:pt x="1091565" y="1184910"/>
                    </a:lnTo>
                    <a:cubicBezTo>
                      <a:pt x="1053465" y="1184910"/>
                      <a:pt x="1022985" y="1154430"/>
                      <a:pt x="1022985" y="1116330"/>
                    </a:cubicBezTo>
                    <a:lnTo>
                      <a:pt x="1022985" y="279082"/>
                    </a:lnTo>
                    <a:cubicBezTo>
                      <a:pt x="1022985" y="240982"/>
                      <a:pt x="1053465" y="210502"/>
                      <a:pt x="1091565" y="210502"/>
                    </a:cubicBezTo>
                    <a:lnTo>
                      <a:pt x="1225868" y="210502"/>
                    </a:lnTo>
                    <a:cubicBezTo>
                      <a:pt x="1263968" y="210502"/>
                      <a:pt x="1294448" y="240982"/>
                      <a:pt x="1294448" y="279082"/>
                    </a:cubicBezTo>
                    <a:lnTo>
                      <a:pt x="1294448" y="1116330"/>
                    </a:lnTo>
                    <a:close/>
                    <a:moveTo>
                      <a:pt x="1874520" y="2384108"/>
                    </a:moveTo>
                    <a:cubicBezTo>
                      <a:pt x="1874520" y="2422208"/>
                      <a:pt x="1844040" y="2452688"/>
                      <a:pt x="1805940" y="2452688"/>
                    </a:cubicBezTo>
                    <a:lnTo>
                      <a:pt x="1671638" y="2452688"/>
                    </a:lnTo>
                    <a:cubicBezTo>
                      <a:pt x="1633538" y="2452688"/>
                      <a:pt x="1603058" y="2422208"/>
                      <a:pt x="1603058" y="2384108"/>
                    </a:cubicBezTo>
                    <a:lnTo>
                      <a:pt x="1603058" y="1547813"/>
                    </a:lnTo>
                    <a:cubicBezTo>
                      <a:pt x="1603058" y="1509713"/>
                      <a:pt x="1633538" y="1479232"/>
                      <a:pt x="1671638" y="1479232"/>
                    </a:cubicBezTo>
                    <a:lnTo>
                      <a:pt x="1805940" y="1479232"/>
                    </a:lnTo>
                    <a:cubicBezTo>
                      <a:pt x="1844040" y="1479232"/>
                      <a:pt x="1874520" y="1509713"/>
                      <a:pt x="1874520" y="1547813"/>
                    </a:cubicBezTo>
                    <a:lnTo>
                      <a:pt x="1874520" y="2384108"/>
                    </a:lnTo>
                    <a:close/>
                    <a:moveTo>
                      <a:pt x="1874520" y="1116330"/>
                    </a:moveTo>
                    <a:cubicBezTo>
                      <a:pt x="1874520" y="1154430"/>
                      <a:pt x="1844040" y="1184910"/>
                      <a:pt x="1805940" y="1184910"/>
                    </a:cubicBezTo>
                    <a:lnTo>
                      <a:pt x="1671638" y="1184910"/>
                    </a:lnTo>
                    <a:cubicBezTo>
                      <a:pt x="1633538" y="1184910"/>
                      <a:pt x="1603058" y="1154430"/>
                      <a:pt x="1603058" y="1116330"/>
                    </a:cubicBezTo>
                    <a:lnTo>
                      <a:pt x="1603058" y="279082"/>
                    </a:lnTo>
                    <a:cubicBezTo>
                      <a:pt x="1603058" y="240982"/>
                      <a:pt x="1633538" y="210502"/>
                      <a:pt x="1671638" y="210502"/>
                    </a:cubicBezTo>
                    <a:lnTo>
                      <a:pt x="1805940" y="210502"/>
                    </a:lnTo>
                    <a:cubicBezTo>
                      <a:pt x="1844040" y="210502"/>
                      <a:pt x="1874520" y="240982"/>
                      <a:pt x="1874520" y="279082"/>
                    </a:cubicBezTo>
                    <a:lnTo>
                      <a:pt x="1874520" y="1116330"/>
                    </a:lnTo>
                    <a:close/>
                    <a:moveTo>
                      <a:pt x="2454593" y="2384108"/>
                    </a:moveTo>
                    <a:cubicBezTo>
                      <a:pt x="2454593" y="2422208"/>
                      <a:pt x="2424113" y="2452688"/>
                      <a:pt x="2386013" y="2452688"/>
                    </a:cubicBezTo>
                    <a:lnTo>
                      <a:pt x="2251710" y="2452688"/>
                    </a:lnTo>
                    <a:cubicBezTo>
                      <a:pt x="2213610" y="2452688"/>
                      <a:pt x="2183130" y="2422208"/>
                      <a:pt x="2183130" y="2384108"/>
                    </a:cubicBezTo>
                    <a:lnTo>
                      <a:pt x="2183130" y="1547813"/>
                    </a:lnTo>
                    <a:cubicBezTo>
                      <a:pt x="2183130" y="1509713"/>
                      <a:pt x="2213610" y="1479232"/>
                      <a:pt x="2251710" y="1479232"/>
                    </a:cubicBezTo>
                    <a:lnTo>
                      <a:pt x="2386013" y="1479232"/>
                    </a:lnTo>
                    <a:cubicBezTo>
                      <a:pt x="2424113" y="1479232"/>
                      <a:pt x="2454593" y="1509713"/>
                      <a:pt x="2454593" y="1547813"/>
                    </a:cubicBezTo>
                    <a:lnTo>
                      <a:pt x="2454593" y="2384108"/>
                    </a:lnTo>
                    <a:close/>
                    <a:moveTo>
                      <a:pt x="2454593" y="1116330"/>
                    </a:moveTo>
                    <a:cubicBezTo>
                      <a:pt x="2454593" y="1154430"/>
                      <a:pt x="2424113" y="1184910"/>
                      <a:pt x="2386013" y="1184910"/>
                    </a:cubicBezTo>
                    <a:lnTo>
                      <a:pt x="2251710" y="1184910"/>
                    </a:lnTo>
                    <a:cubicBezTo>
                      <a:pt x="2213610" y="1184910"/>
                      <a:pt x="2183130" y="1154430"/>
                      <a:pt x="2183130" y="1116330"/>
                    </a:cubicBezTo>
                    <a:lnTo>
                      <a:pt x="2183130" y="279082"/>
                    </a:lnTo>
                    <a:cubicBezTo>
                      <a:pt x="2183130" y="240982"/>
                      <a:pt x="2213610" y="210502"/>
                      <a:pt x="2251710" y="210502"/>
                    </a:cubicBezTo>
                    <a:lnTo>
                      <a:pt x="2386013" y="210502"/>
                    </a:lnTo>
                    <a:cubicBezTo>
                      <a:pt x="2424113" y="210502"/>
                      <a:pt x="2454593" y="240982"/>
                      <a:pt x="2454593" y="279082"/>
                    </a:cubicBezTo>
                    <a:lnTo>
                      <a:pt x="2454593" y="1116330"/>
                    </a:lnTo>
                    <a:close/>
                    <a:moveTo>
                      <a:pt x="3034665" y="2384108"/>
                    </a:moveTo>
                    <a:cubicBezTo>
                      <a:pt x="3034665" y="2422208"/>
                      <a:pt x="3004185" y="2452688"/>
                      <a:pt x="2966085" y="2452688"/>
                    </a:cubicBezTo>
                    <a:lnTo>
                      <a:pt x="2831783" y="2452688"/>
                    </a:lnTo>
                    <a:cubicBezTo>
                      <a:pt x="2793683" y="2452688"/>
                      <a:pt x="2763203" y="2422208"/>
                      <a:pt x="2763203" y="2384108"/>
                    </a:cubicBezTo>
                    <a:lnTo>
                      <a:pt x="2763203" y="1547813"/>
                    </a:lnTo>
                    <a:cubicBezTo>
                      <a:pt x="2763203" y="1509713"/>
                      <a:pt x="2793683" y="1479232"/>
                      <a:pt x="2831783" y="1479232"/>
                    </a:cubicBezTo>
                    <a:lnTo>
                      <a:pt x="2966085" y="1479232"/>
                    </a:lnTo>
                    <a:cubicBezTo>
                      <a:pt x="3004185" y="1479232"/>
                      <a:pt x="3034665" y="1509713"/>
                      <a:pt x="3034665" y="1547813"/>
                    </a:cubicBezTo>
                    <a:lnTo>
                      <a:pt x="3034665" y="2384108"/>
                    </a:lnTo>
                    <a:close/>
                    <a:moveTo>
                      <a:pt x="3034665" y="1116330"/>
                    </a:moveTo>
                    <a:cubicBezTo>
                      <a:pt x="3034665" y="1154430"/>
                      <a:pt x="3004185" y="1184910"/>
                      <a:pt x="2966085" y="1184910"/>
                    </a:cubicBezTo>
                    <a:lnTo>
                      <a:pt x="2831783" y="1184910"/>
                    </a:lnTo>
                    <a:cubicBezTo>
                      <a:pt x="2793683" y="1184910"/>
                      <a:pt x="2763203" y="1154430"/>
                      <a:pt x="2763203" y="1116330"/>
                    </a:cubicBezTo>
                    <a:lnTo>
                      <a:pt x="2763203" y="279082"/>
                    </a:lnTo>
                    <a:cubicBezTo>
                      <a:pt x="2763203" y="240982"/>
                      <a:pt x="2793683" y="210502"/>
                      <a:pt x="2831783" y="210502"/>
                    </a:cubicBezTo>
                    <a:lnTo>
                      <a:pt x="2966085" y="210502"/>
                    </a:lnTo>
                    <a:cubicBezTo>
                      <a:pt x="3004185" y="210502"/>
                      <a:pt x="3034665" y="240982"/>
                      <a:pt x="3034665" y="279082"/>
                    </a:cubicBezTo>
                    <a:lnTo>
                      <a:pt x="3034665" y="1116330"/>
                    </a:lnTo>
                    <a:close/>
                    <a:moveTo>
                      <a:pt x="3613785" y="2384108"/>
                    </a:moveTo>
                    <a:cubicBezTo>
                      <a:pt x="3613785" y="2422208"/>
                      <a:pt x="3583305" y="2452688"/>
                      <a:pt x="3545205" y="2452688"/>
                    </a:cubicBezTo>
                    <a:lnTo>
                      <a:pt x="3410903" y="2452688"/>
                    </a:lnTo>
                    <a:cubicBezTo>
                      <a:pt x="3372803" y="2452688"/>
                      <a:pt x="3342323" y="2422208"/>
                      <a:pt x="3342323" y="2384108"/>
                    </a:cubicBezTo>
                    <a:lnTo>
                      <a:pt x="3342323" y="1547813"/>
                    </a:lnTo>
                    <a:cubicBezTo>
                      <a:pt x="3342323" y="1509713"/>
                      <a:pt x="3372803" y="1479232"/>
                      <a:pt x="3410903" y="1479232"/>
                    </a:cubicBezTo>
                    <a:lnTo>
                      <a:pt x="3545205" y="1479232"/>
                    </a:lnTo>
                    <a:cubicBezTo>
                      <a:pt x="3583305" y="1479232"/>
                      <a:pt x="3613785" y="1509713"/>
                      <a:pt x="3613785" y="1547813"/>
                    </a:cubicBezTo>
                    <a:lnTo>
                      <a:pt x="3613785" y="2384108"/>
                    </a:lnTo>
                    <a:close/>
                    <a:moveTo>
                      <a:pt x="3613785" y="1116330"/>
                    </a:moveTo>
                    <a:cubicBezTo>
                      <a:pt x="3613785" y="1154430"/>
                      <a:pt x="3583305" y="1184910"/>
                      <a:pt x="3545205" y="1184910"/>
                    </a:cubicBezTo>
                    <a:lnTo>
                      <a:pt x="3410903" y="1184910"/>
                    </a:lnTo>
                    <a:cubicBezTo>
                      <a:pt x="3372803" y="1184910"/>
                      <a:pt x="3342323" y="1154430"/>
                      <a:pt x="3342323" y="1116330"/>
                    </a:cubicBezTo>
                    <a:lnTo>
                      <a:pt x="3342323" y="279082"/>
                    </a:lnTo>
                    <a:cubicBezTo>
                      <a:pt x="3342323" y="240982"/>
                      <a:pt x="3372803" y="210502"/>
                      <a:pt x="3410903" y="210502"/>
                    </a:cubicBezTo>
                    <a:lnTo>
                      <a:pt x="3545205" y="210502"/>
                    </a:lnTo>
                    <a:cubicBezTo>
                      <a:pt x="3583305" y="210502"/>
                      <a:pt x="3613785" y="240982"/>
                      <a:pt x="3613785" y="279082"/>
                    </a:cubicBezTo>
                    <a:lnTo>
                      <a:pt x="3613785" y="1116330"/>
                    </a:lnTo>
                    <a:close/>
                    <a:moveTo>
                      <a:pt x="4193858" y="2384108"/>
                    </a:moveTo>
                    <a:cubicBezTo>
                      <a:pt x="4193858" y="2422208"/>
                      <a:pt x="4163378" y="2452688"/>
                      <a:pt x="4125278" y="2452688"/>
                    </a:cubicBezTo>
                    <a:lnTo>
                      <a:pt x="3990975" y="2452688"/>
                    </a:lnTo>
                    <a:cubicBezTo>
                      <a:pt x="3952875" y="2452688"/>
                      <a:pt x="3922395" y="2422208"/>
                      <a:pt x="3922395" y="2384108"/>
                    </a:cubicBezTo>
                    <a:lnTo>
                      <a:pt x="3922395" y="1547813"/>
                    </a:lnTo>
                    <a:cubicBezTo>
                      <a:pt x="3922395" y="1509713"/>
                      <a:pt x="3952875" y="1479232"/>
                      <a:pt x="3990975" y="1479232"/>
                    </a:cubicBezTo>
                    <a:lnTo>
                      <a:pt x="4125278" y="1479232"/>
                    </a:lnTo>
                    <a:cubicBezTo>
                      <a:pt x="4163378" y="1479232"/>
                      <a:pt x="4193858" y="1509713"/>
                      <a:pt x="4193858" y="1547813"/>
                    </a:cubicBezTo>
                    <a:lnTo>
                      <a:pt x="4193858" y="2384108"/>
                    </a:lnTo>
                    <a:close/>
                    <a:moveTo>
                      <a:pt x="4193858" y="1116330"/>
                    </a:moveTo>
                    <a:cubicBezTo>
                      <a:pt x="4193858" y="1154430"/>
                      <a:pt x="4163378" y="1184910"/>
                      <a:pt x="4125278" y="1184910"/>
                    </a:cubicBezTo>
                    <a:lnTo>
                      <a:pt x="3990975" y="1184910"/>
                    </a:lnTo>
                    <a:cubicBezTo>
                      <a:pt x="3952875" y="1184910"/>
                      <a:pt x="3922395" y="1154430"/>
                      <a:pt x="3922395" y="1116330"/>
                    </a:cubicBezTo>
                    <a:lnTo>
                      <a:pt x="3922395" y="279082"/>
                    </a:lnTo>
                    <a:cubicBezTo>
                      <a:pt x="3922395" y="240982"/>
                      <a:pt x="3952875" y="210502"/>
                      <a:pt x="3990975" y="210502"/>
                    </a:cubicBezTo>
                    <a:lnTo>
                      <a:pt x="4125278" y="210502"/>
                    </a:lnTo>
                    <a:cubicBezTo>
                      <a:pt x="4163378" y="210502"/>
                      <a:pt x="4193858" y="240982"/>
                      <a:pt x="4193858" y="279082"/>
                    </a:cubicBezTo>
                    <a:lnTo>
                      <a:pt x="4193858" y="1116330"/>
                    </a:lnTo>
                    <a:close/>
                    <a:moveTo>
                      <a:pt x="4773930" y="2384108"/>
                    </a:moveTo>
                    <a:cubicBezTo>
                      <a:pt x="4773930" y="2422208"/>
                      <a:pt x="4743450" y="2452688"/>
                      <a:pt x="4705350" y="2452688"/>
                    </a:cubicBezTo>
                    <a:lnTo>
                      <a:pt x="4571048" y="2452688"/>
                    </a:lnTo>
                    <a:cubicBezTo>
                      <a:pt x="4532948" y="2452688"/>
                      <a:pt x="4502468" y="2422208"/>
                      <a:pt x="4502468" y="2384108"/>
                    </a:cubicBezTo>
                    <a:lnTo>
                      <a:pt x="4502468" y="1547813"/>
                    </a:lnTo>
                    <a:cubicBezTo>
                      <a:pt x="4502468" y="1509713"/>
                      <a:pt x="4532948" y="1479232"/>
                      <a:pt x="4571048" y="1479232"/>
                    </a:cubicBezTo>
                    <a:lnTo>
                      <a:pt x="4705350" y="1479232"/>
                    </a:lnTo>
                    <a:cubicBezTo>
                      <a:pt x="4743450" y="1479232"/>
                      <a:pt x="4773930" y="1509713"/>
                      <a:pt x="4773930" y="1547813"/>
                    </a:cubicBezTo>
                    <a:lnTo>
                      <a:pt x="4773930" y="2384108"/>
                    </a:lnTo>
                    <a:close/>
                    <a:moveTo>
                      <a:pt x="4773930" y="1116330"/>
                    </a:moveTo>
                    <a:cubicBezTo>
                      <a:pt x="4773930" y="1154430"/>
                      <a:pt x="4743450" y="1184910"/>
                      <a:pt x="4705350" y="1184910"/>
                    </a:cubicBezTo>
                    <a:lnTo>
                      <a:pt x="4571048" y="1184910"/>
                    </a:lnTo>
                    <a:cubicBezTo>
                      <a:pt x="4532948" y="1184910"/>
                      <a:pt x="4502468" y="1154430"/>
                      <a:pt x="4502468" y="1116330"/>
                    </a:cubicBezTo>
                    <a:lnTo>
                      <a:pt x="4502468" y="279082"/>
                    </a:lnTo>
                    <a:cubicBezTo>
                      <a:pt x="4502468" y="240982"/>
                      <a:pt x="4532948" y="210502"/>
                      <a:pt x="4571048" y="210502"/>
                    </a:cubicBezTo>
                    <a:lnTo>
                      <a:pt x="4705350" y="210502"/>
                    </a:lnTo>
                    <a:cubicBezTo>
                      <a:pt x="4743450" y="210502"/>
                      <a:pt x="4773930" y="240982"/>
                      <a:pt x="4773930" y="279082"/>
                    </a:cubicBezTo>
                    <a:lnTo>
                      <a:pt x="4773930" y="1116330"/>
                    </a:lnTo>
                    <a:close/>
                    <a:moveTo>
                      <a:pt x="5258753" y="2384108"/>
                    </a:moveTo>
                    <a:cubicBezTo>
                      <a:pt x="5258753" y="2422208"/>
                      <a:pt x="5228273" y="2452688"/>
                      <a:pt x="5190173" y="2452688"/>
                    </a:cubicBezTo>
                    <a:lnTo>
                      <a:pt x="5151120" y="2452688"/>
                    </a:lnTo>
                    <a:cubicBezTo>
                      <a:pt x="5113020" y="2452688"/>
                      <a:pt x="5082540" y="2422208"/>
                      <a:pt x="5082540" y="2384108"/>
                    </a:cubicBezTo>
                    <a:lnTo>
                      <a:pt x="5082540" y="1547813"/>
                    </a:lnTo>
                    <a:cubicBezTo>
                      <a:pt x="5082540" y="1509713"/>
                      <a:pt x="5113020" y="1479232"/>
                      <a:pt x="5151120" y="1479232"/>
                    </a:cubicBezTo>
                    <a:lnTo>
                      <a:pt x="5285423" y="1479232"/>
                    </a:lnTo>
                    <a:cubicBezTo>
                      <a:pt x="5323523" y="1479232"/>
                      <a:pt x="5354003" y="1509713"/>
                      <a:pt x="5354003" y="1547813"/>
                    </a:cubicBezTo>
                    <a:lnTo>
                      <a:pt x="5258753" y="2384108"/>
                    </a:lnTo>
                    <a:close/>
                    <a:moveTo>
                      <a:pt x="5354003" y="1116330"/>
                    </a:moveTo>
                    <a:cubicBezTo>
                      <a:pt x="5354003" y="1154430"/>
                      <a:pt x="5323523" y="1184910"/>
                      <a:pt x="5285423" y="1184910"/>
                    </a:cubicBezTo>
                    <a:lnTo>
                      <a:pt x="5151120" y="1184910"/>
                    </a:lnTo>
                    <a:cubicBezTo>
                      <a:pt x="5113020" y="1184910"/>
                      <a:pt x="5082540" y="1154430"/>
                      <a:pt x="5082540" y="1116330"/>
                    </a:cubicBezTo>
                    <a:lnTo>
                      <a:pt x="5082540" y="279082"/>
                    </a:lnTo>
                    <a:cubicBezTo>
                      <a:pt x="5082540" y="240982"/>
                      <a:pt x="5113020" y="210502"/>
                      <a:pt x="5151120" y="210502"/>
                    </a:cubicBezTo>
                    <a:lnTo>
                      <a:pt x="5285423" y="210502"/>
                    </a:lnTo>
                    <a:cubicBezTo>
                      <a:pt x="5323523" y="210502"/>
                      <a:pt x="5354003" y="240982"/>
                      <a:pt x="5354003" y="279082"/>
                    </a:cubicBezTo>
                    <a:lnTo>
                      <a:pt x="5354003" y="1116330"/>
                    </a:lnTo>
                    <a:close/>
                  </a:path>
                </a:pathLst>
              </a:custGeom>
              <a:solidFill>
                <a:srgbClr val="00686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A05DD820-74BE-4D0D-8C4F-404540182861}"/>
                  </a:ext>
                </a:extLst>
              </p:cNvPr>
              <p:cNvSpPr/>
              <p:nvPr/>
            </p:nvSpPr>
            <p:spPr>
              <a:xfrm>
                <a:off x="3570922" y="2252662"/>
                <a:ext cx="5077777" cy="860107"/>
              </a:xfrm>
              <a:custGeom>
                <a:avLst/>
                <a:gdLst>
                  <a:gd name="connsiteX0" fmla="*/ 0 w 5077777"/>
                  <a:gd name="connsiteY0" fmla="*/ 0 h 860107"/>
                  <a:gd name="connsiteX1" fmla="*/ 5077778 w 5077777"/>
                  <a:gd name="connsiteY1" fmla="*/ 0 h 860107"/>
                  <a:gd name="connsiteX2" fmla="*/ 5077778 w 5077777"/>
                  <a:gd name="connsiteY2" fmla="*/ 860107 h 860107"/>
                  <a:gd name="connsiteX3" fmla="*/ 0 w 5077777"/>
                  <a:gd name="connsiteY3" fmla="*/ 860107 h 860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77777" h="860107">
                    <a:moveTo>
                      <a:pt x="0" y="0"/>
                    </a:moveTo>
                    <a:lnTo>
                      <a:pt x="5077778" y="0"/>
                    </a:lnTo>
                    <a:lnTo>
                      <a:pt x="5077778" y="860107"/>
                    </a:lnTo>
                    <a:lnTo>
                      <a:pt x="0" y="860107"/>
                    </a:lnTo>
                    <a:close/>
                  </a:path>
                </a:pathLst>
              </a:custGeom>
              <a:solidFill>
                <a:srgbClr val="016E7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7BE58E3-199B-4F19-9E6B-427DD6316925}"/>
                  </a:ext>
                </a:extLst>
              </p:cNvPr>
              <p:cNvSpPr/>
              <p:nvPr/>
            </p:nvSpPr>
            <p:spPr>
              <a:xfrm>
                <a:off x="5909310" y="3458527"/>
                <a:ext cx="375284" cy="375284"/>
              </a:xfrm>
              <a:custGeom>
                <a:avLst/>
                <a:gdLst>
                  <a:gd name="connsiteX0" fmla="*/ 375285 w 375284"/>
                  <a:gd name="connsiteY0" fmla="*/ 187642 h 375284"/>
                  <a:gd name="connsiteX1" fmla="*/ 187642 w 375284"/>
                  <a:gd name="connsiteY1" fmla="*/ 375285 h 375284"/>
                  <a:gd name="connsiteX2" fmla="*/ 0 w 375284"/>
                  <a:gd name="connsiteY2" fmla="*/ 187642 h 375284"/>
                  <a:gd name="connsiteX3" fmla="*/ 187642 w 375284"/>
                  <a:gd name="connsiteY3" fmla="*/ 0 h 375284"/>
                  <a:gd name="connsiteX4" fmla="*/ 375285 w 375284"/>
                  <a:gd name="connsiteY4" fmla="*/ 187642 h 375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5284" h="375284">
                    <a:moveTo>
                      <a:pt x="375285" y="187642"/>
                    </a:moveTo>
                    <a:cubicBezTo>
                      <a:pt x="375285" y="291274"/>
                      <a:pt x="291275" y="375285"/>
                      <a:pt x="187642" y="375285"/>
                    </a:cubicBezTo>
                    <a:cubicBezTo>
                      <a:pt x="84010" y="375285"/>
                      <a:pt x="0" y="291275"/>
                      <a:pt x="0" y="187642"/>
                    </a:cubicBezTo>
                    <a:cubicBezTo>
                      <a:pt x="0" y="84010"/>
                      <a:pt x="84010" y="0"/>
                      <a:pt x="187642" y="0"/>
                    </a:cubicBezTo>
                    <a:cubicBezTo>
                      <a:pt x="291274" y="0"/>
                      <a:pt x="375285" y="84010"/>
                      <a:pt x="375285" y="187642"/>
                    </a:cubicBezTo>
                    <a:close/>
                  </a:path>
                </a:pathLst>
              </a:custGeom>
              <a:solidFill>
                <a:srgbClr val="49494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61831EA-EC54-46A8-BD34-B1A8636680BE}"/>
                  </a:ext>
                </a:extLst>
              </p:cNvPr>
              <p:cNvSpPr/>
              <p:nvPr/>
            </p:nvSpPr>
            <p:spPr>
              <a:xfrm>
                <a:off x="5643562" y="171687"/>
                <a:ext cx="2665209" cy="3575717"/>
              </a:xfrm>
              <a:custGeom>
                <a:avLst/>
                <a:gdLst>
                  <a:gd name="connsiteX0" fmla="*/ 2658427 w 2665209"/>
                  <a:gd name="connsiteY0" fmla="*/ 839868 h 3575717"/>
                  <a:gd name="connsiteX1" fmla="*/ 2605088 w 2665209"/>
                  <a:gd name="connsiteY1" fmla="*/ 765573 h 3575717"/>
                  <a:gd name="connsiteX2" fmla="*/ 1640205 w 2665209"/>
                  <a:gd name="connsiteY2" fmla="*/ 12145 h 3575717"/>
                  <a:gd name="connsiteX3" fmla="*/ 1479232 w 2665209"/>
                  <a:gd name="connsiteY3" fmla="*/ 75010 h 3575717"/>
                  <a:gd name="connsiteX4" fmla="*/ 1905 w 2665209"/>
                  <a:gd name="connsiteY4" fmla="*/ 1944768 h 3575717"/>
                  <a:gd name="connsiteX5" fmla="*/ 0 w 2665209"/>
                  <a:gd name="connsiteY5" fmla="*/ 1949530 h 3575717"/>
                  <a:gd name="connsiteX6" fmla="*/ 2857 w 2665209"/>
                  <a:gd name="connsiteY6" fmla="*/ 1952388 h 3575717"/>
                  <a:gd name="connsiteX7" fmla="*/ 295275 w 2665209"/>
                  <a:gd name="connsiteY7" fmla="*/ 1944768 h 3575717"/>
                  <a:gd name="connsiteX8" fmla="*/ 295275 w 2665209"/>
                  <a:gd name="connsiteY8" fmla="*/ 1944768 h 3575717"/>
                  <a:gd name="connsiteX9" fmla="*/ 295275 w 2665209"/>
                  <a:gd name="connsiteY9" fmla="*/ 1944768 h 3575717"/>
                  <a:gd name="connsiteX10" fmla="*/ 918210 w 2665209"/>
                  <a:gd name="connsiteY10" fmla="*/ 1157050 h 3575717"/>
                  <a:gd name="connsiteX11" fmla="*/ 976313 w 2665209"/>
                  <a:gd name="connsiteY11" fmla="*/ 1088470 h 3575717"/>
                  <a:gd name="connsiteX12" fmla="*/ 1553528 w 2665209"/>
                  <a:gd name="connsiteY12" fmla="*/ 354093 h 3575717"/>
                  <a:gd name="connsiteX13" fmla="*/ 1613535 w 2665209"/>
                  <a:gd name="connsiteY13" fmla="*/ 279798 h 3575717"/>
                  <a:gd name="connsiteX14" fmla="*/ 2365058 w 2665209"/>
                  <a:gd name="connsiteY14" fmla="*/ 877015 h 3575717"/>
                  <a:gd name="connsiteX15" fmla="*/ 2365058 w 2665209"/>
                  <a:gd name="connsiteY15" fmla="*/ 920830 h 3575717"/>
                  <a:gd name="connsiteX16" fmla="*/ 2022157 w 2665209"/>
                  <a:gd name="connsiteY16" fmla="*/ 1346598 h 3575717"/>
                  <a:gd name="connsiteX17" fmla="*/ 306705 w 2665209"/>
                  <a:gd name="connsiteY17" fmla="*/ 3462100 h 3575717"/>
                  <a:gd name="connsiteX18" fmla="*/ 316230 w 2665209"/>
                  <a:gd name="connsiteY18" fmla="*/ 3508773 h 3575717"/>
                  <a:gd name="connsiteX19" fmla="*/ 558165 w 2665209"/>
                  <a:gd name="connsiteY19" fmla="*/ 3528775 h 3575717"/>
                  <a:gd name="connsiteX20" fmla="*/ 2626995 w 2665209"/>
                  <a:gd name="connsiteY20" fmla="*/ 966550 h 3575717"/>
                  <a:gd name="connsiteX21" fmla="*/ 2658427 w 2665209"/>
                  <a:gd name="connsiteY21" fmla="*/ 839868 h 3575717"/>
                  <a:gd name="connsiteX22" fmla="*/ 1734503 w 2665209"/>
                  <a:gd name="connsiteY22" fmla="*/ 200740 h 3575717"/>
                  <a:gd name="connsiteX23" fmla="*/ 1735455 w 2665209"/>
                  <a:gd name="connsiteY23" fmla="*/ 201693 h 3575717"/>
                  <a:gd name="connsiteX24" fmla="*/ 1735455 w 2665209"/>
                  <a:gd name="connsiteY24" fmla="*/ 201693 h 3575717"/>
                  <a:gd name="connsiteX25" fmla="*/ 1735455 w 2665209"/>
                  <a:gd name="connsiteY25" fmla="*/ 201693 h 3575717"/>
                  <a:gd name="connsiteX26" fmla="*/ 1735455 w 2665209"/>
                  <a:gd name="connsiteY26" fmla="*/ 201693 h 3575717"/>
                  <a:gd name="connsiteX27" fmla="*/ 1734503 w 2665209"/>
                  <a:gd name="connsiteY27" fmla="*/ 200740 h 3575717"/>
                  <a:gd name="connsiteX28" fmla="*/ 1734503 w 2665209"/>
                  <a:gd name="connsiteY28" fmla="*/ 200740 h 3575717"/>
                  <a:gd name="connsiteX29" fmla="*/ 1370648 w 2665209"/>
                  <a:gd name="connsiteY29" fmla="*/ 2464833 h 3575717"/>
                  <a:gd name="connsiteX30" fmla="*/ 1369695 w 2665209"/>
                  <a:gd name="connsiteY30" fmla="*/ 2466738 h 3575717"/>
                  <a:gd name="connsiteX31" fmla="*/ 1370648 w 2665209"/>
                  <a:gd name="connsiteY31" fmla="*/ 2464833 h 3575717"/>
                  <a:gd name="connsiteX32" fmla="*/ 250507 w 2665209"/>
                  <a:gd name="connsiteY32" fmla="*/ 1935243 h 3575717"/>
                  <a:gd name="connsiteX33" fmla="*/ 250507 w 2665209"/>
                  <a:gd name="connsiteY33" fmla="*/ 1935243 h 3575717"/>
                  <a:gd name="connsiteX34" fmla="*/ 250507 w 2665209"/>
                  <a:gd name="connsiteY34" fmla="*/ 1935243 h 3575717"/>
                  <a:gd name="connsiteX35" fmla="*/ 250507 w 2665209"/>
                  <a:gd name="connsiteY35" fmla="*/ 1935243 h 3575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665209" h="3575717">
                    <a:moveTo>
                      <a:pt x="2658427" y="839868"/>
                    </a:moveTo>
                    <a:cubicBezTo>
                      <a:pt x="2655570" y="804625"/>
                      <a:pt x="2629852" y="784623"/>
                      <a:pt x="2605088" y="765573"/>
                    </a:cubicBezTo>
                    <a:cubicBezTo>
                      <a:pt x="2372677" y="581740"/>
                      <a:pt x="1734503" y="73105"/>
                      <a:pt x="1640205" y="12145"/>
                    </a:cubicBezTo>
                    <a:cubicBezTo>
                      <a:pt x="1564957" y="-21192"/>
                      <a:pt x="1519238" y="18813"/>
                      <a:pt x="1479232" y="75010"/>
                    </a:cubicBezTo>
                    <a:cubicBezTo>
                      <a:pt x="1475423" y="79773"/>
                      <a:pt x="113347" y="1802845"/>
                      <a:pt x="1905" y="1944768"/>
                    </a:cubicBezTo>
                    <a:cubicBezTo>
                      <a:pt x="953" y="1946673"/>
                      <a:pt x="0" y="1947625"/>
                      <a:pt x="0" y="1949530"/>
                    </a:cubicBezTo>
                    <a:cubicBezTo>
                      <a:pt x="0" y="1950483"/>
                      <a:pt x="1905" y="1952388"/>
                      <a:pt x="2857" y="1952388"/>
                    </a:cubicBezTo>
                    <a:cubicBezTo>
                      <a:pt x="66675" y="1952388"/>
                      <a:pt x="262890" y="1962865"/>
                      <a:pt x="295275" y="1944768"/>
                    </a:cubicBezTo>
                    <a:lnTo>
                      <a:pt x="295275" y="1944768"/>
                    </a:lnTo>
                    <a:lnTo>
                      <a:pt x="295275" y="1944768"/>
                    </a:lnTo>
                    <a:cubicBezTo>
                      <a:pt x="343853" y="1883808"/>
                      <a:pt x="759143" y="1358028"/>
                      <a:pt x="918210" y="1157050"/>
                    </a:cubicBezTo>
                    <a:cubicBezTo>
                      <a:pt x="937260" y="1134190"/>
                      <a:pt x="957263" y="1112283"/>
                      <a:pt x="976313" y="1088470"/>
                    </a:cubicBezTo>
                    <a:cubicBezTo>
                      <a:pt x="1168718" y="843678"/>
                      <a:pt x="1553528" y="354093"/>
                      <a:pt x="1553528" y="354093"/>
                    </a:cubicBezTo>
                    <a:cubicBezTo>
                      <a:pt x="1573530" y="329328"/>
                      <a:pt x="1593532" y="304563"/>
                      <a:pt x="1613535" y="279798"/>
                    </a:cubicBezTo>
                    <a:cubicBezTo>
                      <a:pt x="1616393" y="280750"/>
                      <a:pt x="2116455" y="680800"/>
                      <a:pt x="2365058" y="877015"/>
                    </a:cubicBezTo>
                    <a:cubicBezTo>
                      <a:pt x="2389823" y="896065"/>
                      <a:pt x="2377440" y="906543"/>
                      <a:pt x="2365058" y="920830"/>
                    </a:cubicBezTo>
                    <a:cubicBezTo>
                      <a:pt x="2250758" y="1062753"/>
                      <a:pt x="2136458" y="1204675"/>
                      <a:pt x="2022157" y="1346598"/>
                    </a:cubicBezTo>
                    <a:cubicBezTo>
                      <a:pt x="1850707" y="1559005"/>
                      <a:pt x="355282" y="3402093"/>
                      <a:pt x="306705" y="3462100"/>
                    </a:cubicBezTo>
                    <a:cubicBezTo>
                      <a:pt x="293370" y="3478293"/>
                      <a:pt x="304800" y="3494485"/>
                      <a:pt x="316230" y="3508773"/>
                    </a:cubicBezTo>
                    <a:cubicBezTo>
                      <a:pt x="380047" y="3589735"/>
                      <a:pt x="477203" y="3598308"/>
                      <a:pt x="558165" y="3528775"/>
                    </a:cubicBezTo>
                    <a:cubicBezTo>
                      <a:pt x="561022" y="3522108"/>
                      <a:pt x="2353627" y="1301830"/>
                      <a:pt x="2626995" y="966550"/>
                    </a:cubicBezTo>
                    <a:cubicBezTo>
                      <a:pt x="2658427" y="928450"/>
                      <a:pt x="2675573" y="889398"/>
                      <a:pt x="2658427" y="839868"/>
                    </a:cubicBezTo>
                    <a:close/>
                    <a:moveTo>
                      <a:pt x="1734503" y="200740"/>
                    </a:moveTo>
                    <a:cubicBezTo>
                      <a:pt x="1734503" y="200740"/>
                      <a:pt x="1735455" y="201693"/>
                      <a:pt x="1735455" y="201693"/>
                    </a:cubicBezTo>
                    <a:cubicBezTo>
                      <a:pt x="1735455" y="201693"/>
                      <a:pt x="1735455" y="201693"/>
                      <a:pt x="1735455" y="201693"/>
                    </a:cubicBezTo>
                    <a:cubicBezTo>
                      <a:pt x="1735455" y="201693"/>
                      <a:pt x="1735455" y="201693"/>
                      <a:pt x="1735455" y="201693"/>
                    </a:cubicBezTo>
                    <a:cubicBezTo>
                      <a:pt x="1735455" y="201693"/>
                      <a:pt x="1735455" y="201693"/>
                      <a:pt x="1735455" y="201693"/>
                    </a:cubicBezTo>
                    <a:cubicBezTo>
                      <a:pt x="1735455" y="201693"/>
                      <a:pt x="1735455" y="201693"/>
                      <a:pt x="1734503" y="200740"/>
                    </a:cubicBezTo>
                    <a:cubicBezTo>
                      <a:pt x="1734503" y="200740"/>
                      <a:pt x="1734503" y="200740"/>
                      <a:pt x="1734503" y="200740"/>
                    </a:cubicBezTo>
                    <a:close/>
                    <a:moveTo>
                      <a:pt x="1370648" y="2464833"/>
                    </a:moveTo>
                    <a:cubicBezTo>
                      <a:pt x="1370648" y="2465785"/>
                      <a:pt x="1369695" y="2465785"/>
                      <a:pt x="1369695" y="2466738"/>
                    </a:cubicBezTo>
                    <a:cubicBezTo>
                      <a:pt x="1370648" y="2465785"/>
                      <a:pt x="1370648" y="2465785"/>
                      <a:pt x="1370648" y="2464833"/>
                    </a:cubicBezTo>
                    <a:close/>
                    <a:moveTo>
                      <a:pt x="250507" y="1935243"/>
                    </a:moveTo>
                    <a:cubicBezTo>
                      <a:pt x="250507" y="1935243"/>
                      <a:pt x="250507" y="1935243"/>
                      <a:pt x="250507" y="1935243"/>
                    </a:cubicBezTo>
                    <a:cubicBezTo>
                      <a:pt x="250507" y="1935243"/>
                      <a:pt x="250507" y="1935243"/>
                      <a:pt x="250507" y="1935243"/>
                    </a:cubicBezTo>
                    <a:cubicBezTo>
                      <a:pt x="250507" y="1935243"/>
                      <a:pt x="250507" y="1935243"/>
                      <a:pt x="250507" y="1935243"/>
                    </a:cubicBezTo>
                    <a:close/>
                  </a:path>
                </a:pathLst>
              </a:custGeom>
              <a:solidFill>
                <a:srgbClr val="1A1A1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ECF96E3-C3B5-4B91-8F8E-600F05FAACE1}"/>
                </a:ext>
              </a:extLst>
            </p:cNvPr>
            <p:cNvGrpSpPr/>
            <p:nvPr/>
          </p:nvGrpSpPr>
          <p:grpSpPr>
            <a:xfrm>
              <a:off x="9681601" y="4332001"/>
              <a:ext cx="2198657" cy="1777581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F85462C-DBE5-493F-8B24-D7666B3B6AB9}"/>
                  </a:ext>
                </a:extLst>
              </p:cNvPr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62F553C-F949-44F5-92A4-4FDBDD230547}"/>
                  </a:ext>
                </a:extLst>
              </p:cNvPr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AFD0FCD-F770-4AFE-87E7-22EB41C0886F}"/>
                  </a:ext>
                </a:extLst>
              </p:cNvPr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61460CD-1BE2-44C2-A536-BDDBFCD9F012}"/>
                  </a:ext>
                </a:extLst>
              </p:cNvPr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57BCC220-0959-48DC-92A0-7477F2A0A173}"/>
                  </a:ext>
                </a:extLst>
              </p:cNvPr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075357F-18CE-49B3-969C-3A357BF84CC1}"/>
                  </a:ext>
                </a:extLst>
              </p:cNvPr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AECCCA1-48AC-4004-8E6F-30160F87B4FF}"/>
                  </a:ext>
                </a:extLst>
              </p:cNvPr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DB3F9B1-EF88-4578-977E-3E76D63D432D}"/>
                  </a:ext>
                </a:extLst>
              </p:cNvPr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084A695-D6D1-4517-9065-930120DA897F}"/>
                </a:ext>
              </a:extLst>
            </p:cNvPr>
            <p:cNvGrpSpPr/>
            <p:nvPr/>
          </p:nvGrpSpPr>
          <p:grpSpPr>
            <a:xfrm rot="691095">
              <a:off x="6094799" y="4256294"/>
              <a:ext cx="4032348" cy="2023410"/>
              <a:chOff x="4489317" y="4011276"/>
              <a:chExt cx="5563035" cy="2444487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C9E647F-8AFD-4A25-91BD-F55205EA5C87}"/>
                  </a:ext>
                </a:extLst>
              </p:cNvPr>
              <p:cNvSpPr/>
              <p:nvPr/>
            </p:nvSpPr>
            <p:spPr>
              <a:xfrm>
                <a:off x="4489317" y="4011276"/>
                <a:ext cx="5559287" cy="2441263"/>
              </a:xfrm>
              <a:custGeom>
                <a:avLst/>
                <a:gdLst>
                  <a:gd name="connsiteX0" fmla="*/ 1324005 w 5568689"/>
                  <a:gd name="connsiteY0" fmla="*/ 0 h 1909653"/>
                  <a:gd name="connsiteX1" fmla="*/ 1329232 w 5568689"/>
                  <a:gd name="connsiteY1" fmla="*/ 36307 h 1909653"/>
                  <a:gd name="connsiteX2" fmla="*/ 1247536 w 5568689"/>
                  <a:gd name="connsiteY2" fmla="*/ 52583 h 1909653"/>
                  <a:gd name="connsiteX3" fmla="*/ 49030 w 5568689"/>
                  <a:gd name="connsiteY3" fmla="*/ 1107424 h 1909653"/>
                  <a:gd name="connsiteX4" fmla="*/ 83225 w 5568689"/>
                  <a:gd name="connsiteY4" fmla="*/ 1206668 h 1909653"/>
                  <a:gd name="connsiteX5" fmla="*/ 1585595 w 5568689"/>
                  <a:gd name="connsiteY5" fmla="*/ 1394020 h 1909653"/>
                  <a:gd name="connsiteX6" fmla="*/ 1586005 w 5568689"/>
                  <a:gd name="connsiteY6" fmla="*/ 1396070 h 1909653"/>
                  <a:gd name="connsiteX7" fmla="*/ 1624222 w 5568689"/>
                  <a:gd name="connsiteY7" fmla="*/ 1382396 h 1909653"/>
                  <a:gd name="connsiteX8" fmla="*/ 2220842 w 5568689"/>
                  <a:gd name="connsiteY8" fmla="*/ 1200427 h 1909653"/>
                  <a:gd name="connsiteX9" fmla="*/ 2838279 w 5568689"/>
                  <a:gd name="connsiteY9" fmla="*/ 1204059 h 1909653"/>
                  <a:gd name="connsiteX10" fmla="*/ 3006926 w 5568689"/>
                  <a:gd name="connsiteY10" fmla="*/ 1590360 h 1909653"/>
                  <a:gd name="connsiteX11" fmla="*/ 3132475 w 5568689"/>
                  <a:gd name="connsiteY11" fmla="*/ 1854351 h 1909653"/>
                  <a:gd name="connsiteX12" fmla="*/ 3628735 w 5568689"/>
                  <a:gd name="connsiteY12" fmla="*/ 1377229 h 1909653"/>
                  <a:gd name="connsiteX13" fmla="*/ 3745539 w 5568689"/>
                  <a:gd name="connsiteY13" fmla="*/ 1217783 h 1909653"/>
                  <a:gd name="connsiteX14" fmla="*/ 3831112 w 5568689"/>
                  <a:gd name="connsiteY14" fmla="*/ 1104760 h 1909653"/>
                  <a:gd name="connsiteX15" fmla="*/ 4461666 w 5568689"/>
                  <a:gd name="connsiteY15" fmla="*/ 580812 h 1909653"/>
                  <a:gd name="connsiteX16" fmla="*/ 4470098 w 5568689"/>
                  <a:gd name="connsiteY16" fmla="*/ 580812 h 1909653"/>
                  <a:gd name="connsiteX17" fmla="*/ 4699022 w 5568689"/>
                  <a:gd name="connsiteY17" fmla="*/ 760036 h 1909653"/>
                  <a:gd name="connsiteX18" fmla="*/ 4778348 w 5568689"/>
                  <a:gd name="connsiteY18" fmla="*/ 1094264 h 1909653"/>
                  <a:gd name="connsiteX19" fmla="*/ 4872978 w 5568689"/>
                  <a:gd name="connsiteY19" fmla="*/ 1367137 h 1909653"/>
                  <a:gd name="connsiteX20" fmla="*/ 5534138 w 5568689"/>
                  <a:gd name="connsiteY20" fmla="*/ 927553 h 1909653"/>
                  <a:gd name="connsiteX21" fmla="*/ 5562872 w 5568689"/>
                  <a:gd name="connsiteY21" fmla="*/ 927957 h 1909653"/>
                  <a:gd name="connsiteX22" fmla="*/ 5562559 w 5568689"/>
                  <a:gd name="connsiteY22" fmla="*/ 965094 h 1909653"/>
                  <a:gd name="connsiteX23" fmla="*/ 5323642 w 5568689"/>
                  <a:gd name="connsiteY23" fmla="*/ 1214554 h 1909653"/>
                  <a:gd name="connsiteX24" fmla="*/ 4866108 w 5568689"/>
                  <a:gd name="connsiteY24" fmla="*/ 1419209 h 1909653"/>
                  <a:gd name="connsiteX25" fmla="*/ 4738686 w 5568689"/>
                  <a:gd name="connsiteY25" fmla="*/ 1105163 h 1909653"/>
                  <a:gd name="connsiteX26" fmla="*/ 4469474 w 5568689"/>
                  <a:gd name="connsiteY26" fmla="*/ 633691 h 1909653"/>
                  <a:gd name="connsiteX27" fmla="*/ 4461978 w 5568689"/>
                  <a:gd name="connsiteY27" fmla="*/ 633691 h 1909653"/>
                  <a:gd name="connsiteX28" fmla="*/ 3860781 w 5568689"/>
                  <a:gd name="connsiteY28" fmla="*/ 1141089 h 1909653"/>
                  <a:gd name="connsiteX29" fmla="*/ 3773959 w 5568689"/>
                  <a:gd name="connsiteY29" fmla="*/ 1256131 h 1909653"/>
                  <a:gd name="connsiteX30" fmla="*/ 3659030 w 5568689"/>
                  <a:gd name="connsiteY30" fmla="*/ 1412750 h 1909653"/>
                  <a:gd name="connsiteX31" fmla="*/ 3395752 w 5568689"/>
                  <a:gd name="connsiteY31" fmla="*/ 1754245 h 1909653"/>
                  <a:gd name="connsiteX32" fmla="*/ 3154024 w 5568689"/>
                  <a:gd name="connsiteY32" fmla="*/ 1909653 h 1909653"/>
                  <a:gd name="connsiteX33" fmla="*/ 3124979 w 5568689"/>
                  <a:gd name="connsiteY33" fmla="*/ 1906020 h 1909653"/>
                  <a:gd name="connsiteX34" fmla="*/ 2968200 w 5568689"/>
                  <a:gd name="connsiteY34" fmla="*/ 1605699 h 1909653"/>
                  <a:gd name="connsiteX35" fmla="*/ 2815481 w 5568689"/>
                  <a:gd name="connsiteY35" fmla="*/ 1247654 h 1909653"/>
                  <a:gd name="connsiteX36" fmla="*/ 2228337 w 5568689"/>
                  <a:gd name="connsiteY36" fmla="*/ 1252095 h 1909653"/>
                  <a:gd name="connsiteX37" fmla="*/ 1585291 w 5568689"/>
                  <a:gd name="connsiteY37" fmla="*/ 1450694 h 1909653"/>
                  <a:gd name="connsiteX38" fmla="*/ 1572889 w 5568689"/>
                  <a:gd name="connsiteY38" fmla="*/ 1448746 h 1909653"/>
                  <a:gd name="connsiteX39" fmla="*/ 1426618 w 5568689"/>
                  <a:gd name="connsiteY39" fmla="*/ 1490793 h 1909653"/>
                  <a:gd name="connsiteX40" fmla="*/ 879507 w 5568689"/>
                  <a:gd name="connsiteY40" fmla="*/ 1554726 h 1909653"/>
                  <a:gd name="connsiteX41" fmla="*/ 671417 w 5568689"/>
                  <a:gd name="connsiteY41" fmla="*/ 1544734 h 1909653"/>
                  <a:gd name="connsiteX42" fmla="*/ 49725 w 5568689"/>
                  <a:gd name="connsiteY42" fmla="*/ 1229983 h 1909653"/>
                  <a:gd name="connsiteX43" fmla="*/ 12409 w 5568689"/>
                  <a:gd name="connsiteY43" fmla="*/ 1120877 h 1909653"/>
                  <a:gd name="connsiteX44" fmla="*/ 1142117 w 5568689"/>
                  <a:gd name="connsiteY44" fmla="*/ 41249 h 1909653"/>
                  <a:gd name="connsiteX0" fmla="*/ 1142117 w 5568689"/>
                  <a:gd name="connsiteY0" fmla="*/ 4942 h 1873346"/>
                  <a:gd name="connsiteX1" fmla="*/ 1329232 w 5568689"/>
                  <a:gd name="connsiteY1" fmla="*/ 0 h 1873346"/>
                  <a:gd name="connsiteX2" fmla="*/ 1247536 w 5568689"/>
                  <a:gd name="connsiteY2" fmla="*/ 16276 h 1873346"/>
                  <a:gd name="connsiteX3" fmla="*/ 49030 w 5568689"/>
                  <a:gd name="connsiteY3" fmla="*/ 1071117 h 1873346"/>
                  <a:gd name="connsiteX4" fmla="*/ 83225 w 5568689"/>
                  <a:gd name="connsiteY4" fmla="*/ 1170361 h 1873346"/>
                  <a:gd name="connsiteX5" fmla="*/ 1585595 w 5568689"/>
                  <a:gd name="connsiteY5" fmla="*/ 1357713 h 1873346"/>
                  <a:gd name="connsiteX6" fmla="*/ 1586005 w 5568689"/>
                  <a:gd name="connsiteY6" fmla="*/ 1359763 h 1873346"/>
                  <a:gd name="connsiteX7" fmla="*/ 1624222 w 5568689"/>
                  <a:gd name="connsiteY7" fmla="*/ 1346089 h 1873346"/>
                  <a:gd name="connsiteX8" fmla="*/ 2220842 w 5568689"/>
                  <a:gd name="connsiteY8" fmla="*/ 1164120 h 1873346"/>
                  <a:gd name="connsiteX9" fmla="*/ 2838279 w 5568689"/>
                  <a:gd name="connsiteY9" fmla="*/ 1167752 h 1873346"/>
                  <a:gd name="connsiteX10" fmla="*/ 3006926 w 5568689"/>
                  <a:gd name="connsiteY10" fmla="*/ 1554053 h 1873346"/>
                  <a:gd name="connsiteX11" fmla="*/ 3132475 w 5568689"/>
                  <a:gd name="connsiteY11" fmla="*/ 1818044 h 1873346"/>
                  <a:gd name="connsiteX12" fmla="*/ 3628735 w 5568689"/>
                  <a:gd name="connsiteY12" fmla="*/ 1340922 h 1873346"/>
                  <a:gd name="connsiteX13" fmla="*/ 3745539 w 5568689"/>
                  <a:gd name="connsiteY13" fmla="*/ 1181476 h 1873346"/>
                  <a:gd name="connsiteX14" fmla="*/ 3831112 w 5568689"/>
                  <a:gd name="connsiteY14" fmla="*/ 1068453 h 1873346"/>
                  <a:gd name="connsiteX15" fmla="*/ 4461666 w 5568689"/>
                  <a:gd name="connsiteY15" fmla="*/ 544505 h 1873346"/>
                  <a:gd name="connsiteX16" fmla="*/ 4470098 w 5568689"/>
                  <a:gd name="connsiteY16" fmla="*/ 544505 h 1873346"/>
                  <a:gd name="connsiteX17" fmla="*/ 4699022 w 5568689"/>
                  <a:gd name="connsiteY17" fmla="*/ 723729 h 1873346"/>
                  <a:gd name="connsiteX18" fmla="*/ 4778348 w 5568689"/>
                  <a:gd name="connsiteY18" fmla="*/ 1057957 h 1873346"/>
                  <a:gd name="connsiteX19" fmla="*/ 4872978 w 5568689"/>
                  <a:gd name="connsiteY19" fmla="*/ 1330830 h 1873346"/>
                  <a:gd name="connsiteX20" fmla="*/ 5534138 w 5568689"/>
                  <a:gd name="connsiteY20" fmla="*/ 891246 h 1873346"/>
                  <a:gd name="connsiteX21" fmla="*/ 5562872 w 5568689"/>
                  <a:gd name="connsiteY21" fmla="*/ 891650 h 1873346"/>
                  <a:gd name="connsiteX22" fmla="*/ 5562559 w 5568689"/>
                  <a:gd name="connsiteY22" fmla="*/ 928787 h 1873346"/>
                  <a:gd name="connsiteX23" fmla="*/ 5323642 w 5568689"/>
                  <a:gd name="connsiteY23" fmla="*/ 1178247 h 1873346"/>
                  <a:gd name="connsiteX24" fmla="*/ 4866108 w 5568689"/>
                  <a:gd name="connsiteY24" fmla="*/ 1382902 h 1873346"/>
                  <a:gd name="connsiteX25" fmla="*/ 4738686 w 5568689"/>
                  <a:gd name="connsiteY25" fmla="*/ 1068856 h 1873346"/>
                  <a:gd name="connsiteX26" fmla="*/ 4469474 w 5568689"/>
                  <a:gd name="connsiteY26" fmla="*/ 597384 h 1873346"/>
                  <a:gd name="connsiteX27" fmla="*/ 4461978 w 5568689"/>
                  <a:gd name="connsiteY27" fmla="*/ 597384 h 1873346"/>
                  <a:gd name="connsiteX28" fmla="*/ 3860781 w 5568689"/>
                  <a:gd name="connsiteY28" fmla="*/ 1104782 h 1873346"/>
                  <a:gd name="connsiteX29" fmla="*/ 3773959 w 5568689"/>
                  <a:gd name="connsiteY29" fmla="*/ 1219824 h 1873346"/>
                  <a:gd name="connsiteX30" fmla="*/ 3659030 w 5568689"/>
                  <a:gd name="connsiteY30" fmla="*/ 1376443 h 1873346"/>
                  <a:gd name="connsiteX31" fmla="*/ 3395752 w 5568689"/>
                  <a:gd name="connsiteY31" fmla="*/ 1717938 h 1873346"/>
                  <a:gd name="connsiteX32" fmla="*/ 3154024 w 5568689"/>
                  <a:gd name="connsiteY32" fmla="*/ 1873346 h 1873346"/>
                  <a:gd name="connsiteX33" fmla="*/ 3124979 w 5568689"/>
                  <a:gd name="connsiteY33" fmla="*/ 1869713 h 1873346"/>
                  <a:gd name="connsiteX34" fmla="*/ 2968200 w 5568689"/>
                  <a:gd name="connsiteY34" fmla="*/ 1569392 h 1873346"/>
                  <a:gd name="connsiteX35" fmla="*/ 2815481 w 5568689"/>
                  <a:gd name="connsiteY35" fmla="*/ 1211347 h 1873346"/>
                  <a:gd name="connsiteX36" fmla="*/ 2228337 w 5568689"/>
                  <a:gd name="connsiteY36" fmla="*/ 1215788 h 1873346"/>
                  <a:gd name="connsiteX37" fmla="*/ 1585291 w 5568689"/>
                  <a:gd name="connsiteY37" fmla="*/ 1414387 h 1873346"/>
                  <a:gd name="connsiteX38" fmla="*/ 1572889 w 5568689"/>
                  <a:gd name="connsiteY38" fmla="*/ 1412439 h 1873346"/>
                  <a:gd name="connsiteX39" fmla="*/ 1426618 w 5568689"/>
                  <a:gd name="connsiteY39" fmla="*/ 1454486 h 1873346"/>
                  <a:gd name="connsiteX40" fmla="*/ 879507 w 5568689"/>
                  <a:gd name="connsiteY40" fmla="*/ 1518419 h 1873346"/>
                  <a:gd name="connsiteX41" fmla="*/ 671417 w 5568689"/>
                  <a:gd name="connsiteY41" fmla="*/ 1508427 h 1873346"/>
                  <a:gd name="connsiteX42" fmla="*/ 49725 w 5568689"/>
                  <a:gd name="connsiteY42" fmla="*/ 1193676 h 1873346"/>
                  <a:gd name="connsiteX43" fmla="*/ 12409 w 5568689"/>
                  <a:gd name="connsiteY43" fmla="*/ 1084570 h 1873346"/>
                  <a:gd name="connsiteX44" fmla="*/ 1142117 w 5568689"/>
                  <a:gd name="connsiteY44" fmla="*/ 4942 h 1873346"/>
                  <a:gd name="connsiteX0" fmla="*/ 1142117 w 5568689"/>
                  <a:gd name="connsiteY0" fmla="*/ 0 h 1868404"/>
                  <a:gd name="connsiteX1" fmla="*/ 1247536 w 5568689"/>
                  <a:gd name="connsiteY1" fmla="*/ 11334 h 1868404"/>
                  <a:gd name="connsiteX2" fmla="*/ 49030 w 5568689"/>
                  <a:gd name="connsiteY2" fmla="*/ 1066175 h 1868404"/>
                  <a:gd name="connsiteX3" fmla="*/ 83225 w 5568689"/>
                  <a:gd name="connsiteY3" fmla="*/ 1165419 h 1868404"/>
                  <a:gd name="connsiteX4" fmla="*/ 1585595 w 5568689"/>
                  <a:gd name="connsiteY4" fmla="*/ 1352771 h 1868404"/>
                  <a:gd name="connsiteX5" fmla="*/ 1586005 w 5568689"/>
                  <a:gd name="connsiteY5" fmla="*/ 1354821 h 1868404"/>
                  <a:gd name="connsiteX6" fmla="*/ 1624222 w 5568689"/>
                  <a:gd name="connsiteY6" fmla="*/ 1341147 h 1868404"/>
                  <a:gd name="connsiteX7" fmla="*/ 2220842 w 5568689"/>
                  <a:gd name="connsiteY7" fmla="*/ 1159178 h 1868404"/>
                  <a:gd name="connsiteX8" fmla="*/ 2838279 w 5568689"/>
                  <a:gd name="connsiteY8" fmla="*/ 1162810 h 1868404"/>
                  <a:gd name="connsiteX9" fmla="*/ 3006926 w 5568689"/>
                  <a:gd name="connsiteY9" fmla="*/ 1549111 h 1868404"/>
                  <a:gd name="connsiteX10" fmla="*/ 3132475 w 5568689"/>
                  <a:gd name="connsiteY10" fmla="*/ 1813102 h 1868404"/>
                  <a:gd name="connsiteX11" fmla="*/ 3628735 w 5568689"/>
                  <a:gd name="connsiteY11" fmla="*/ 1335980 h 1868404"/>
                  <a:gd name="connsiteX12" fmla="*/ 3745539 w 5568689"/>
                  <a:gd name="connsiteY12" fmla="*/ 1176534 h 1868404"/>
                  <a:gd name="connsiteX13" fmla="*/ 3831112 w 5568689"/>
                  <a:gd name="connsiteY13" fmla="*/ 1063511 h 1868404"/>
                  <a:gd name="connsiteX14" fmla="*/ 4461666 w 5568689"/>
                  <a:gd name="connsiteY14" fmla="*/ 539563 h 1868404"/>
                  <a:gd name="connsiteX15" fmla="*/ 4470098 w 5568689"/>
                  <a:gd name="connsiteY15" fmla="*/ 539563 h 1868404"/>
                  <a:gd name="connsiteX16" fmla="*/ 4699022 w 5568689"/>
                  <a:gd name="connsiteY16" fmla="*/ 718787 h 1868404"/>
                  <a:gd name="connsiteX17" fmla="*/ 4778348 w 5568689"/>
                  <a:gd name="connsiteY17" fmla="*/ 1053015 h 1868404"/>
                  <a:gd name="connsiteX18" fmla="*/ 4872978 w 5568689"/>
                  <a:gd name="connsiteY18" fmla="*/ 1325888 h 1868404"/>
                  <a:gd name="connsiteX19" fmla="*/ 5534138 w 5568689"/>
                  <a:gd name="connsiteY19" fmla="*/ 886304 h 1868404"/>
                  <a:gd name="connsiteX20" fmla="*/ 5562872 w 5568689"/>
                  <a:gd name="connsiteY20" fmla="*/ 886708 h 1868404"/>
                  <a:gd name="connsiteX21" fmla="*/ 5562559 w 5568689"/>
                  <a:gd name="connsiteY21" fmla="*/ 923845 h 1868404"/>
                  <a:gd name="connsiteX22" fmla="*/ 5323642 w 5568689"/>
                  <a:gd name="connsiteY22" fmla="*/ 1173305 h 1868404"/>
                  <a:gd name="connsiteX23" fmla="*/ 4866108 w 5568689"/>
                  <a:gd name="connsiteY23" fmla="*/ 1377960 h 1868404"/>
                  <a:gd name="connsiteX24" fmla="*/ 4738686 w 5568689"/>
                  <a:gd name="connsiteY24" fmla="*/ 1063914 h 1868404"/>
                  <a:gd name="connsiteX25" fmla="*/ 4469474 w 5568689"/>
                  <a:gd name="connsiteY25" fmla="*/ 592442 h 1868404"/>
                  <a:gd name="connsiteX26" fmla="*/ 4461978 w 5568689"/>
                  <a:gd name="connsiteY26" fmla="*/ 592442 h 1868404"/>
                  <a:gd name="connsiteX27" fmla="*/ 3860781 w 5568689"/>
                  <a:gd name="connsiteY27" fmla="*/ 1099840 h 1868404"/>
                  <a:gd name="connsiteX28" fmla="*/ 3773959 w 5568689"/>
                  <a:gd name="connsiteY28" fmla="*/ 1214882 h 1868404"/>
                  <a:gd name="connsiteX29" fmla="*/ 3659030 w 5568689"/>
                  <a:gd name="connsiteY29" fmla="*/ 1371501 h 1868404"/>
                  <a:gd name="connsiteX30" fmla="*/ 3395752 w 5568689"/>
                  <a:gd name="connsiteY30" fmla="*/ 1712996 h 1868404"/>
                  <a:gd name="connsiteX31" fmla="*/ 3154024 w 5568689"/>
                  <a:gd name="connsiteY31" fmla="*/ 1868404 h 1868404"/>
                  <a:gd name="connsiteX32" fmla="*/ 3124979 w 5568689"/>
                  <a:gd name="connsiteY32" fmla="*/ 1864771 h 1868404"/>
                  <a:gd name="connsiteX33" fmla="*/ 2968200 w 5568689"/>
                  <a:gd name="connsiteY33" fmla="*/ 1564450 h 1868404"/>
                  <a:gd name="connsiteX34" fmla="*/ 2815481 w 5568689"/>
                  <a:gd name="connsiteY34" fmla="*/ 1206405 h 1868404"/>
                  <a:gd name="connsiteX35" fmla="*/ 2228337 w 5568689"/>
                  <a:gd name="connsiteY35" fmla="*/ 1210846 h 1868404"/>
                  <a:gd name="connsiteX36" fmla="*/ 1585291 w 5568689"/>
                  <a:gd name="connsiteY36" fmla="*/ 1409445 h 1868404"/>
                  <a:gd name="connsiteX37" fmla="*/ 1572889 w 5568689"/>
                  <a:gd name="connsiteY37" fmla="*/ 1407497 h 1868404"/>
                  <a:gd name="connsiteX38" fmla="*/ 1426618 w 5568689"/>
                  <a:gd name="connsiteY38" fmla="*/ 1449544 h 1868404"/>
                  <a:gd name="connsiteX39" fmla="*/ 879507 w 5568689"/>
                  <a:gd name="connsiteY39" fmla="*/ 1513477 h 1868404"/>
                  <a:gd name="connsiteX40" fmla="*/ 671417 w 5568689"/>
                  <a:gd name="connsiteY40" fmla="*/ 1503485 h 1868404"/>
                  <a:gd name="connsiteX41" fmla="*/ 49725 w 5568689"/>
                  <a:gd name="connsiteY41" fmla="*/ 1188734 h 1868404"/>
                  <a:gd name="connsiteX42" fmla="*/ 12409 w 5568689"/>
                  <a:gd name="connsiteY42" fmla="*/ 1079628 h 1868404"/>
                  <a:gd name="connsiteX43" fmla="*/ 1142117 w 5568689"/>
                  <a:gd name="connsiteY43" fmla="*/ 0 h 1868404"/>
                  <a:gd name="connsiteX0" fmla="*/ 1583595 w 5560174"/>
                  <a:gd name="connsiteY0" fmla="*/ 0 h 2441260"/>
                  <a:gd name="connsiteX1" fmla="*/ 1239021 w 5560174"/>
                  <a:gd name="connsiteY1" fmla="*/ 584190 h 2441260"/>
                  <a:gd name="connsiteX2" fmla="*/ 40515 w 5560174"/>
                  <a:gd name="connsiteY2" fmla="*/ 1639031 h 2441260"/>
                  <a:gd name="connsiteX3" fmla="*/ 74710 w 5560174"/>
                  <a:gd name="connsiteY3" fmla="*/ 1738275 h 2441260"/>
                  <a:gd name="connsiteX4" fmla="*/ 1577080 w 5560174"/>
                  <a:gd name="connsiteY4" fmla="*/ 1925627 h 2441260"/>
                  <a:gd name="connsiteX5" fmla="*/ 1577490 w 5560174"/>
                  <a:gd name="connsiteY5" fmla="*/ 1927677 h 2441260"/>
                  <a:gd name="connsiteX6" fmla="*/ 1615707 w 5560174"/>
                  <a:gd name="connsiteY6" fmla="*/ 1914003 h 2441260"/>
                  <a:gd name="connsiteX7" fmla="*/ 2212327 w 5560174"/>
                  <a:gd name="connsiteY7" fmla="*/ 1732034 h 2441260"/>
                  <a:gd name="connsiteX8" fmla="*/ 2829764 w 5560174"/>
                  <a:gd name="connsiteY8" fmla="*/ 1735666 h 2441260"/>
                  <a:gd name="connsiteX9" fmla="*/ 2998411 w 5560174"/>
                  <a:gd name="connsiteY9" fmla="*/ 2121967 h 2441260"/>
                  <a:gd name="connsiteX10" fmla="*/ 3123960 w 5560174"/>
                  <a:gd name="connsiteY10" fmla="*/ 2385958 h 2441260"/>
                  <a:gd name="connsiteX11" fmla="*/ 3620220 w 5560174"/>
                  <a:gd name="connsiteY11" fmla="*/ 1908836 h 2441260"/>
                  <a:gd name="connsiteX12" fmla="*/ 3737024 w 5560174"/>
                  <a:gd name="connsiteY12" fmla="*/ 1749390 h 2441260"/>
                  <a:gd name="connsiteX13" fmla="*/ 3822597 w 5560174"/>
                  <a:gd name="connsiteY13" fmla="*/ 1636367 h 2441260"/>
                  <a:gd name="connsiteX14" fmla="*/ 4453151 w 5560174"/>
                  <a:gd name="connsiteY14" fmla="*/ 1112419 h 2441260"/>
                  <a:gd name="connsiteX15" fmla="*/ 4461583 w 5560174"/>
                  <a:gd name="connsiteY15" fmla="*/ 1112419 h 2441260"/>
                  <a:gd name="connsiteX16" fmla="*/ 4690507 w 5560174"/>
                  <a:gd name="connsiteY16" fmla="*/ 1291643 h 2441260"/>
                  <a:gd name="connsiteX17" fmla="*/ 4769833 w 5560174"/>
                  <a:gd name="connsiteY17" fmla="*/ 1625871 h 2441260"/>
                  <a:gd name="connsiteX18" fmla="*/ 4864463 w 5560174"/>
                  <a:gd name="connsiteY18" fmla="*/ 1898744 h 2441260"/>
                  <a:gd name="connsiteX19" fmla="*/ 5525623 w 5560174"/>
                  <a:gd name="connsiteY19" fmla="*/ 1459160 h 2441260"/>
                  <a:gd name="connsiteX20" fmla="*/ 5554357 w 5560174"/>
                  <a:gd name="connsiteY20" fmla="*/ 1459564 h 2441260"/>
                  <a:gd name="connsiteX21" fmla="*/ 5554044 w 5560174"/>
                  <a:gd name="connsiteY21" fmla="*/ 1496701 h 2441260"/>
                  <a:gd name="connsiteX22" fmla="*/ 5315127 w 5560174"/>
                  <a:gd name="connsiteY22" fmla="*/ 1746161 h 2441260"/>
                  <a:gd name="connsiteX23" fmla="*/ 4857593 w 5560174"/>
                  <a:gd name="connsiteY23" fmla="*/ 1950816 h 2441260"/>
                  <a:gd name="connsiteX24" fmla="*/ 4730171 w 5560174"/>
                  <a:gd name="connsiteY24" fmla="*/ 1636770 h 2441260"/>
                  <a:gd name="connsiteX25" fmla="*/ 4460959 w 5560174"/>
                  <a:gd name="connsiteY25" fmla="*/ 1165298 h 2441260"/>
                  <a:gd name="connsiteX26" fmla="*/ 4453463 w 5560174"/>
                  <a:gd name="connsiteY26" fmla="*/ 1165298 h 2441260"/>
                  <a:gd name="connsiteX27" fmla="*/ 3852266 w 5560174"/>
                  <a:gd name="connsiteY27" fmla="*/ 1672696 h 2441260"/>
                  <a:gd name="connsiteX28" fmla="*/ 3765444 w 5560174"/>
                  <a:gd name="connsiteY28" fmla="*/ 1787738 h 2441260"/>
                  <a:gd name="connsiteX29" fmla="*/ 3650515 w 5560174"/>
                  <a:gd name="connsiteY29" fmla="*/ 1944357 h 2441260"/>
                  <a:gd name="connsiteX30" fmla="*/ 3387237 w 5560174"/>
                  <a:gd name="connsiteY30" fmla="*/ 2285852 h 2441260"/>
                  <a:gd name="connsiteX31" fmla="*/ 3145509 w 5560174"/>
                  <a:gd name="connsiteY31" fmla="*/ 2441260 h 2441260"/>
                  <a:gd name="connsiteX32" fmla="*/ 3116464 w 5560174"/>
                  <a:gd name="connsiteY32" fmla="*/ 2437627 h 2441260"/>
                  <a:gd name="connsiteX33" fmla="*/ 2959685 w 5560174"/>
                  <a:gd name="connsiteY33" fmla="*/ 2137306 h 2441260"/>
                  <a:gd name="connsiteX34" fmla="*/ 2806966 w 5560174"/>
                  <a:gd name="connsiteY34" fmla="*/ 1779261 h 2441260"/>
                  <a:gd name="connsiteX35" fmla="*/ 2219822 w 5560174"/>
                  <a:gd name="connsiteY35" fmla="*/ 1783702 h 2441260"/>
                  <a:gd name="connsiteX36" fmla="*/ 1576776 w 5560174"/>
                  <a:gd name="connsiteY36" fmla="*/ 1982301 h 2441260"/>
                  <a:gd name="connsiteX37" fmla="*/ 1564374 w 5560174"/>
                  <a:gd name="connsiteY37" fmla="*/ 1980353 h 2441260"/>
                  <a:gd name="connsiteX38" fmla="*/ 1418103 w 5560174"/>
                  <a:gd name="connsiteY38" fmla="*/ 2022400 h 2441260"/>
                  <a:gd name="connsiteX39" fmla="*/ 870992 w 5560174"/>
                  <a:gd name="connsiteY39" fmla="*/ 2086333 h 2441260"/>
                  <a:gd name="connsiteX40" fmla="*/ 662902 w 5560174"/>
                  <a:gd name="connsiteY40" fmla="*/ 2076341 h 2441260"/>
                  <a:gd name="connsiteX41" fmla="*/ 41210 w 5560174"/>
                  <a:gd name="connsiteY41" fmla="*/ 1761590 h 2441260"/>
                  <a:gd name="connsiteX42" fmla="*/ 3894 w 5560174"/>
                  <a:gd name="connsiteY42" fmla="*/ 1652484 h 2441260"/>
                  <a:gd name="connsiteX43" fmla="*/ 1583595 w 5560174"/>
                  <a:gd name="connsiteY43" fmla="*/ 0 h 2441260"/>
                  <a:gd name="connsiteX0" fmla="*/ 1583595 w 5560174"/>
                  <a:gd name="connsiteY0" fmla="*/ 0 h 2441260"/>
                  <a:gd name="connsiteX1" fmla="*/ 1599377 w 5560174"/>
                  <a:gd name="connsiteY1" fmla="*/ 20034 h 2441260"/>
                  <a:gd name="connsiteX2" fmla="*/ 40515 w 5560174"/>
                  <a:gd name="connsiteY2" fmla="*/ 1639031 h 2441260"/>
                  <a:gd name="connsiteX3" fmla="*/ 74710 w 5560174"/>
                  <a:gd name="connsiteY3" fmla="*/ 1738275 h 2441260"/>
                  <a:gd name="connsiteX4" fmla="*/ 1577080 w 5560174"/>
                  <a:gd name="connsiteY4" fmla="*/ 1925627 h 2441260"/>
                  <a:gd name="connsiteX5" fmla="*/ 1577490 w 5560174"/>
                  <a:gd name="connsiteY5" fmla="*/ 1927677 h 2441260"/>
                  <a:gd name="connsiteX6" fmla="*/ 1615707 w 5560174"/>
                  <a:gd name="connsiteY6" fmla="*/ 1914003 h 2441260"/>
                  <a:gd name="connsiteX7" fmla="*/ 2212327 w 5560174"/>
                  <a:gd name="connsiteY7" fmla="*/ 1732034 h 2441260"/>
                  <a:gd name="connsiteX8" fmla="*/ 2829764 w 5560174"/>
                  <a:gd name="connsiteY8" fmla="*/ 1735666 h 2441260"/>
                  <a:gd name="connsiteX9" fmla="*/ 2998411 w 5560174"/>
                  <a:gd name="connsiteY9" fmla="*/ 2121967 h 2441260"/>
                  <a:gd name="connsiteX10" fmla="*/ 3123960 w 5560174"/>
                  <a:gd name="connsiteY10" fmla="*/ 2385958 h 2441260"/>
                  <a:gd name="connsiteX11" fmla="*/ 3620220 w 5560174"/>
                  <a:gd name="connsiteY11" fmla="*/ 1908836 h 2441260"/>
                  <a:gd name="connsiteX12" fmla="*/ 3737024 w 5560174"/>
                  <a:gd name="connsiteY12" fmla="*/ 1749390 h 2441260"/>
                  <a:gd name="connsiteX13" fmla="*/ 3822597 w 5560174"/>
                  <a:gd name="connsiteY13" fmla="*/ 1636367 h 2441260"/>
                  <a:gd name="connsiteX14" fmla="*/ 4453151 w 5560174"/>
                  <a:gd name="connsiteY14" fmla="*/ 1112419 h 2441260"/>
                  <a:gd name="connsiteX15" fmla="*/ 4461583 w 5560174"/>
                  <a:gd name="connsiteY15" fmla="*/ 1112419 h 2441260"/>
                  <a:gd name="connsiteX16" fmla="*/ 4690507 w 5560174"/>
                  <a:gd name="connsiteY16" fmla="*/ 1291643 h 2441260"/>
                  <a:gd name="connsiteX17" fmla="*/ 4769833 w 5560174"/>
                  <a:gd name="connsiteY17" fmla="*/ 1625871 h 2441260"/>
                  <a:gd name="connsiteX18" fmla="*/ 4864463 w 5560174"/>
                  <a:gd name="connsiteY18" fmla="*/ 1898744 h 2441260"/>
                  <a:gd name="connsiteX19" fmla="*/ 5525623 w 5560174"/>
                  <a:gd name="connsiteY19" fmla="*/ 1459160 h 2441260"/>
                  <a:gd name="connsiteX20" fmla="*/ 5554357 w 5560174"/>
                  <a:gd name="connsiteY20" fmla="*/ 1459564 h 2441260"/>
                  <a:gd name="connsiteX21" fmla="*/ 5554044 w 5560174"/>
                  <a:gd name="connsiteY21" fmla="*/ 1496701 h 2441260"/>
                  <a:gd name="connsiteX22" fmla="*/ 5315127 w 5560174"/>
                  <a:gd name="connsiteY22" fmla="*/ 1746161 h 2441260"/>
                  <a:gd name="connsiteX23" fmla="*/ 4857593 w 5560174"/>
                  <a:gd name="connsiteY23" fmla="*/ 1950816 h 2441260"/>
                  <a:gd name="connsiteX24" fmla="*/ 4730171 w 5560174"/>
                  <a:gd name="connsiteY24" fmla="*/ 1636770 h 2441260"/>
                  <a:gd name="connsiteX25" fmla="*/ 4460959 w 5560174"/>
                  <a:gd name="connsiteY25" fmla="*/ 1165298 h 2441260"/>
                  <a:gd name="connsiteX26" fmla="*/ 4453463 w 5560174"/>
                  <a:gd name="connsiteY26" fmla="*/ 1165298 h 2441260"/>
                  <a:gd name="connsiteX27" fmla="*/ 3852266 w 5560174"/>
                  <a:gd name="connsiteY27" fmla="*/ 1672696 h 2441260"/>
                  <a:gd name="connsiteX28" fmla="*/ 3765444 w 5560174"/>
                  <a:gd name="connsiteY28" fmla="*/ 1787738 h 2441260"/>
                  <a:gd name="connsiteX29" fmla="*/ 3650515 w 5560174"/>
                  <a:gd name="connsiteY29" fmla="*/ 1944357 h 2441260"/>
                  <a:gd name="connsiteX30" fmla="*/ 3387237 w 5560174"/>
                  <a:gd name="connsiteY30" fmla="*/ 2285852 h 2441260"/>
                  <a:gd name="connsiteX31" fmla="*/ 3145509 w 5560174"/>
                  <a:gd name="connsiteY31" fmla="*/ 2441260 h 2441260"/>
                  <a:gd name="connsiteX32" fmla="*/ 3116464 w 5560174"/>
                  <a:gd name="connsiteY32" fmla="*/ 2437627 h 2441260"/>
                  <a:gd name="connsiteX33" fmla="*/ 2959685 w 5560174"/>
                  <a:gd name="connsiteY33" fmla="*/ 2137306 h 2441260"/>
                  <a:gd name="connsiteX34" fmla="*/ 2806966 w 5560174"/>
                  <a:gd name="connsiteY34" fmla="*/ 1779261 h 2441260"/>
                  <a:gd name="connsiteX35" fmla="*/ 2219822 w 5560174"/>
                  <a:gd name="connsiteY35" fmla="*/ 1783702 h 2441260"/>
                  <a:gd name="connsiteX36" fmla="*/ 1576776 w 5560174"/>
                  <a:gd name="connsiteY36" fmla="*/ 1982301 h 2441260"/>
                  <a:gd name="connsiteX37" fmla="*/ 1564374 w 5560174"/>
                  <a:gd name="connsiteY37" fmla="*/ 1980353 h 2441260"/>
                  <a:gd name="connsiteX38" fmla="*/ 1418103 w 5560174"/>
                  <a:gd name="connsiteY38" fmla="*/ 2022400 h 2441260"/>
                  <a:gd name="connsiteX39" fmla="*/ 870992 w 5560174"/>
                  <a:gd name="connsiteY39" fmla="*/ 2086333 h 2441260"/>
                  <a:gd name="connsiteX40" fmla="*/ 662902 w 5560174"/>
                  <a:gd name="connsiteY40" fmla="*/ 2076341 h 2441260"/>
                  <a:gd name="connsiteX41" fmla="*/ 41210 w 5560174"/>
                  <a:gd name="connsiteY41" fmla="*/ 1761590 h 2441260"/>
                  <a:gd name="connsiteX42" fmla="*/ 3894 w 5560174"/>
                  <a:gd name="connsiteY42" fmla="*/ 1652484 h 2441260"/>
                  <a:gd name="connsiteX43" fmla="*/ 1583595 w 5560174"/>
                  <a:gd name="connsiteY43" fmla="*/ 0 h 2441260"/>
                  <a:gd name="connsiteX0" fmla="*/ 1583595 w 5560174"/>
                  <a:gd name="connsiteY0" fmla="*/ 0 h 2441260"/>
                  <a:gd name="connsiteX1" fmla="*/ 1599377 w 5560174"/>
                  <a:gd name="connsiteY1" fmla="*/ 20034 h 2441260"/>
                  <a:gd name="connsiteX2" fmla="*/ 40515 w 5560174"/>
                  <a:gd name="connsiteY2" fmla="*/ 1639031 h 2441260"/>
                  <a:gd name="connsiteX3" fmla="*/ 74710 w 5560174"/>
                  <a:gd name="connsiteY3" fmla="*/ 1738275 h 2441260"/>
                  <a:gd name="connsiteX4" fmla="*/ 1577080 w 5560174"/>
                  <a:gd name="connsiteY4" fmla="*/ 1925627 h 2441260"/>
                  <a:gd name="connsiteX5" fmla="*/ 1577490 w 5560174"/>
                  <a:gd name="connsiteY5" fmla="*/ 1927677 h 2441260"/>
                  <a:gd name="connsiteX6" fmla="*/ 1615707 w 5560174"/>
                  <a:gd name="connsiteY6" fmla="*/ 1914003 h 2441260"/>
                  <a:gd name="connsiteX7" fmla="*/ 2212327 w 5560174"/>
                  <a:gd name="connsiteY7" fmla="*/ 1732034 h 2441260"/>
                  <a:gd name="connsiteX8" fmla="*/ 2829764 w 5560174"/>
                  <a:gd name="connsiteY8" fmla="*/ 1735666 h 2441260"/>
                  <a:gd name="connsiteX9" fmla="*/ 2998411 w 5560174"/>
                  <a:gd name="connsiteY9" fmla="*/ 2121967 h 2441260"/>
                  <a:gd name="connsiteX10" fmla="*/ 3123960 w 5560174"/>
                  <a:gd name="connsiteY10" fmla="*/ 2385958 h 2441260"/>
                  <a:gd name="connsiteX11" fmla="*/ 3620220 w 5560174"/>
                  <a:gd name="connsiteY11" fmla="*/ 1908836 h 2441260"/>
                  <a:gd name="connsiteX12" fmla="*/ 3737024 w 5560174"/>
                  <a:gd name="connsiteY12" fmla="*/ 1749390 h 2441260"/>
                  <a:gd name="connsiteX13" fmla="*/ 3822597 w 5560174"/>
                  <a:gd name="connsiteY13" fmla="*/ 1636367 h 2441260"/>
                  <a:gd name="connsiteX14" fmla="*/ 4453151 w 5560174"/>
                  <a:gd name="connsiteY14" fmla="*/ 1112419 h 2441260"/>
                  <a:gd name="connsiteX15" fmla="*/ 4461583 w 5560174"/>
                  <a:gd name="connsiteY15" fmla="*/ 1112419 h 2441260"/>
                  <a:gd name="connsiteX16" fmla="*/ 4690507 w 5560174"/>
                  <a:gd name="connsiteY16" fmla="*/ 1291643 h 2441260"/>
                  <a:gd name="connsiteX17" fmla="*/ 4769833 w 5560174"/>
                  <a:gd name="connsiteY17" fmla="*/ 1625871 h 2441260"/>
                  <a:gd name="connsiteX18" fmla="*/ 4864463 w 5560174"/>
                  <a:gd name="connsiteY18" fmla="*/ 1898744 h 2441260"/>
                  <a:gd name="connsiteX19" fmla="*/ 5525623 w 5560174"/>
                  <a:gd name="connsiteY19" fmla="*/ 1459160 h 2441260"/>
                  <a:gd name="connsiteX20" fmla="*/ 5554357 w 5560174"/>
                  <a:gd name="connsiteY20" fmla="*/ 1459564 h 2441260"/>
                  <a:gd name="connsiteX21" fmla="*/ 5554044 w 5560174"/>
                  <a:gd name="connsiteY21" fmla="*/ 1496701 h 2441260"/>
                  <a:gd name="connsiteX22" fmla="*/ 5315127 w 5560174"/>
                  <a:gd name="connsiteY22" fmla="*/ 1746161 h 2441260"/>
                  <a:gd name="connsiteX23" fmla="*/ 4857593 w 5560174"/>
                  <a:gd name="connsiteY23" fmla="*/ 1950816 h 2441260"/>
                  <a:gd name="connsiteX24" fmla="*/ 4730171 w 5560174"/>
                  <a:gd name="connsiteY24" fmla="*/ 1636770 h 2441260"/>
                  <a:gd name="connsiteX25" fmla="*/ 4460959 w 5560174"/>
                  <a:gd name="connsiteY25" fmla="*/ 1165298 h 2441260"/>
                  <a:gd name="connsiteX26" fmla="*/ 4453463 w 5560174"/>
                  <a:gd name="connsiteY26" fmla="*/ 1165298 h 2441260"/>
                  <a:gd name="connsiteX27" fmla="*/ 3852266 w 5560174"/>
                  <a:gd name="connsiteY27" fmla="*/ 1672696 h 2441260"/>
                  <a:gd name="connsiteX28" fmla="*/ 3765444 w 5560174"/>
                  <a:gd name="connsiteY28" fmla="*/ 1787738 h 2441260"/>
                  <a:gd name="connsiteX29" fmla="*/ 3650515 w 5560174"/>
                  <a:gd name="connsiteY29" fmla="*/ 1944357 h 2441260"/>
                  <a:gd name="connsiteX30" fmla="*/ 3387237 w 5560174"/>
                  <a:gd name="connsiteY30" fmla="*/ 2285852 h 2441260"/>
                  <a:gd name="connsiteX31" fmla="*/ 3145509 w 5560174"/>
                  <a:gd name="connsiteY31" fmla="*/ 2441260 h 2441260"/>
                  <a:gd name="connsiteX32" fmla="*/ 3116464 w 5560174"/>
                  <a:gd name="connsiteY32" fmla="*/ 2437627 h 2441260"/>
                  <a:gd name="connsiteX33" fmla="*/ 2959685 w 5560174"/>
                  <a:gd name="connsiteY33" fmla="*/ 2137306 h 2441260"/>
                  <a:gd name="connsiteX34" fmla="*/ 2806966 w 5560174"/>
                  <a:gd name="connsiteY34" fmla="*/ 1779261 h 2441260"/>
                  <a:gd name="connsiteX35" fmla="*/ 2219822 w 5560174"/>
                  <a:gd name="connsiteY35" fmla="*/ 1783702 h 2441260"/>
                  <a:gd name="connsiteX36" fmla="*/ 1576776 w 5560174"/>
                  <a:gd name="connsiteY36" fmla="*/ 1982301 h 2441260"/>
                  <a:gd name="connsiteX37" fmla="*/ 1564374 w 5560174"/>
                  <a:gd name="connsiteY37" fmla="*/ 1980353 h 2441260"/>
                  <a:gd name="connsiteX38" fmla="*/ 1418103 w 5560174"/>
                  <a:gd name="connsiteY38" fmla="*/ 2022400 h 2441260"/>
                  <a:gd name="connsiteX39" fmla="*/ 870992 w 5560174"/>
                  <a:gd name="connsiteY39" fmla="*/ 2086333 h 2441260"/>
                  <a:gd name="connsiteX40" fmla="*/ 662902 w 5560174"/>
                  <a:gd name="connsiteY40" fmla="*/ 2076341 h 2441260"/>
                  <a:gd name="connsiteX41" fmla="*/ 41210 w 5560174"/>
                  <a:gd name="connsiteY41" fmla="*/ 1761590 h 2441260"/>
                  <a:gd name="connsiteX42" fmla="*/ 3894 w 5560174"/>
                  <a:gd name="connsiteY42" fmla="*/ 1652484 h 2441260"/>
                  <a:gd name="connsiteX43" fmla="*/ 1583595 w 5560174"/>
                  <a:gd name="connsiteY43" fmla="*/ 0 h 2441260"/>
                  <a:gd name="connsiteX0" fmla="*/ 1583595 w 5560174"/>
                  <a:gd name="connsiteY0" fmla="*/ 0 h 2441260"/>
                  <a:gd name="connsiteX1" fmla="*/ 1599377 w 5560174"/>
                  <a:gd name="connsiteY1" fmla="*/ 20034 h 2441260"/>
                  <a:gd name="connsiteX2" fmla="*/ 40515 w 5560174"/>
                  <a:gd name="connsiteY2" fmla="*/ 1639031 h 2441260"/>
                  <a:gd name="connsiteX3" fmla="*/ 74710 w 5560174"/>
                  <a:gd name="connsiteY3" fmla="*/ 1738275 h 2441260"/>
                  <a:gd name="connsiteX4" fmla="*/ 1577080 w 5560174"/>
                  <a:gd name="connsiteY4" fmla="*/ 1925627 h 2441260"/>
                  <a:gd name="connsiteX5" fmla="*/ 1577490 w 5560174"/>
                  <a:gd name="connsiteY5" fmla="*/ 1927677 h 2441260"/>
                  <a:gd name="connsiteX6" fmla="*/ 1615707 w 5560174"/>
                  <a:gd name="connsiteY6" fmla="*/ 1914003 h 2441260"/>
                  <a:gd name="connsiteX7" fmla="*/ 2212327 w 5560174"/>
                  <a:gd name="connsiteY7" fmla="*/ 1732034 h 2441260"/>
                  <a:gd name="connsiteX8" fmla="*/ 2829764 w 5560174"/>
                  <a:gd name="connsiteY8" fmla="*/ 1735666 h 2441260"/>
                  <a:gd name="connsiteX9" fmla="*/ 2998411 w 5560174"/>
                  <a:gd name="connsiteY9" fmla="*/ 2121967 h 2441260"/>
                  <a:gd name="connsiteX10" fmla="*/ 3123960 w 5560174"/>
                  <a:gd name="connsiteY10" fmla="*/ 2385958 h 2441260"/>
                  <a:gd name="connsiteX11" fmla="*/ 3620220 w 5560174"/>
                  <a:gd name="connsiteY11" fmla="*/ 1908836 h 2441260"/>
                  <a:gd name="connsiteX12" fmla="*/ 3737024 w 5560174"/>
                  <a:gd name="connsiteY12" fmla="*/ 1749390 h 2441260"/>
                  <a:gd name="connsiteX13" fmla="*/ 3822597 w 5560174"/>
                  <a:gd name="connsiteY13" fmla="*/ 1636367 h 2441260"/>
                  <a:gd name="connsiteX14" fmla="*/ 4453151 w 5560174"/>
                  <a:gd name="connsiteY14" fmla="*/ 1112419 h 2441260"/>
                  <a:gd name="connsiteX15" fmla="*/ 4461583 w 5560174"/>
                  <a:gd name="connsiteY15" fmla="*/ 1112419 h 2441260"/>
                  <a:gd name="connsiteX16" fmla="*/ 4690507 w 5560174"/>
                  <a:gd name="connsiteY16" fmla="*/ 1291643 h 2441260"/>
                  <a:gd name="connsiteX17" fmla="*/ 4769833 w 5560174"/>
                  <a:gd name="connsiteY17" fmla="*/ 1625871 h 2441260"/>
                  <a:gd name="connsiteX18" fmla="*/ 4864463 w 5560174"/>
                  <a:gd name="connsiteY18" fmla="*/ 1898744 h 2441260"/>
                  <a:gd name="connsiteX19" fmla="*/ 5525623 w 5560174"/>
                  <a:gd name="connsiteY19" fmla="*/ 1459160 h 2441260"/>
                  <a:gd name="connsiteX20" fmla="*/ 5554357 w 5560174"/>
                  <a:gd name="connsiteY20" fmla="*/ 1459564 h 2441260"/>
                  <a:gd name="connsiteX21" fmla="*/ 5554044 w 5560174"/>
                  <a:gd name="connsiteY21" fmla="*/ 1496701 h 2441260"/>
                  <a:gd name="connsiteX22" fmla="*/ 5315127 w 5560174"/>
                  <a:gd name="connsiteY22" fmla="*/ 1746161 h 2441260"/>
                  <a:gd name="connsiteX23" fmla="*/ 4857593 w 5560174"/>
                  <a:gd name="connsiteY23" fmla="*/ 1950816 h 2441260"/>
                  <a:gd name="connsiteX24" fmla="*/ 4730171 w 5560174"/>
                  <a:gd name="connsiteY24" fmla="*/ 1636770 h 2441260"/>
                  <a:gd name="connsiteX25" fmla="*/ 4460959 w 5560174"/>
                  <a:gd name="connsiteY25" fmla="*/ 1165298 h 2441260"/>
                  <a:gd name="connsiteX26" fmla="*/ 4453463 w 5560174"/>
                  <a:gd name="connsiteY26" fmla="*/ 1165298 h 2441260"/>
                  <a:gd name="connsiteX27" fmla="*/ 3852266 w 5560174"/>
                  <a:gd name="connsiteY27" fmla="*/ 1672696 h 2441260"/>
                  <a:gd name="connsiteX28" fmla="*/ 3765444 w 5560174"/>
                  <a:gd name="connsiteY28" fmla="*/ 1787738 h 2441260"/>
                  <a:gd name="connsiteX29" fmla="*/ 3650515 w 5560174"/>
                  <a:gd name="connsiteY29" fmla="*/ 1944357 h 2441260"/>
                  <a:gd name="connsiteX30" fmla="*/ 3387237 w 5560174"/>
                  <a:gd name="connsiteY30" fmla="*/ 2285852 h 2441260"/>
                  <a:gd name="connsiteX31" fmla="*/ 3145509 w 5560174"/>
                  <a:gd name="connsiteY31" fmla="*/ 2441260 h 2441260"/>
                  <a:gd name="connsiteX32" fmla="*/ 3116464 w 5560174"/>
                  <a:gd name="connsiteY32" fmla="*/ 2437627 h 2441260"/>
                  <a:gd name="connsiteX33" fmla="*/ 2959685 w 5560174"/>
                  <a:gd name="connsiteY33" fmla="*/ 2137306 h 2441260"/>
                  <a:gd name="connsiteX34" fmla="*/ 2806966 w 5560174"/>
                  <a:gd name="connsiteY34" fmla="*/ 1779261 h 2441260"/>
                  <a:gd name="connsiteX35" fmla="*/ 2219822 w 5560174"/>
                  <a:gd name="connsiteY35" fmla="*/ 1783702 h 2441260"/>
                  <a:gd name="connsiteX36" fmla="*/ 1576776 w 5560174"/>
                  <a:gd name="connsiteY36" fmla="*/ 1982301 h 2441260"/>
                  <a:gd name="connsiteX37" fmla="*/ 1564374 w 5560174"/>
                  <a:gd name="connsiteY37" fmla="*/ 1980353 h 2441260"/>
                  <a:gd name="connsiteX38" fmla="*/ 1418103 w 5560174"/>
                  <a:gd name="connsiteY38" fmla="*/ 2022400 h 2441260"/>
                  <a:gd name="connsiteX39" fmla="*/ 870992 w 5560174"/>
                  <a:gd name="connsiteY39" fmla="*/ 2086333 h 2441260"/>
                  <a:gd name="connsiteX40" fmla="*/ 662902 w 5560174"/>
                  <a:gd name="connsiteY40" fmla="*/ 2076341 h 2441260"/>
                  <a:gd name="connsiteX41" fmla="*/ 41210 w 5560174"/>
                  <a:gd name="connsiteY41" fmla="*/ 1761590 h 2441260"/>
                  <a:gd name="connsiteX42" fmla="*/ 3894 w 5560174"/>
                  <a:gd name="connsiteY42" fmla="*/ 1652484 h 2441260"/>
                  <a:gd name="connsiteX43" fmla="*/ 1583595 w 5560174"/>
                  <a:gd name="connsiteY43" fmla="*/ 0 h 2441260"/>
                  <a:gd name="connsiteX0" fmla="*/ 1582751 w 5559330"/>
                  <a:gd name="connsiteY0" fmla="*/ 0 h 2441260"/>
                  <a:gd name="connsiteX1" fmla="*/ 1598533 w 5559330"/>
                  <a:gd name="connsiteY1" fmla="*/ 20034 h 2441260"/>
                  <a:gd name="connsiteX2" fmla="*/ 39671 w 5559330"/>
                  <a:gd name="connsiteY2" fmla="*/ 1639031 h 2441260"/>
                  <a:gd name="connsiteX3" fmla="*/ 73866 w 5559330"/>
                  <a:gd name="connsiteY3" fmla="*/ 1738275 h 2441260"/>
                  <a:gd name="connsiteX4" fmla="*/ 1576236 w 5559330"/>
                  <a:gd name="connsiteY4" fmla="*/ 1925627 h 2441260"/>
                  <a:gd name="connsiteX5" fmla="*/ 1576646 w 5559330"/>
                  <a:gd name="connsiteY5" fmla="*/ 1927677 h 2441260"/>
                  <a:gd name="connsiteX6" fmla="*/ 1614863 w 5559330"/>
                  <a:gd name="connsiteY6" fmla="*/ 1914003 h 2441260"/>
                  <a:gd name="connsiteX7" fmla="*/ 2211483 w 5559330"/>
                  <a:gd name="connsiteY7" fmla="*/ 1732034 h 2441260"/>
                  <a:gd name="connsiteX8" fmla="*/ 2828920 w 5559330"/>
                  <a:gd name="connsiteY8" fmla="*/ 1735666 h 2441260"/>
                  <a:gd name="connsiteX9" fmla="*/ 2997567 w 5559330"/>
                  <a:gd name="connsiteY9" fmla="*/ 2121967 h 2441260"/>
                  <a:gd name="connsiteX10" fmla="*/ 3123116 w 5559330"/>
                  <a:gd name="connsiteY10" fmla="*/ 2385958 h 2441260"/>
                  <a:gd name="connsiteX11" fmla="*/ 3619376 w 5559330"/>
                  <a:gd name="connsiteY11" fmla="*/ 1908836 h 2441260"/>
                  <a:gd name="connsiteX12" fmla="*/ 3736180 w 5559330"/>
                  <a:gd name="connsiteY12" fmla="*/ 1749390 h 2441260"/>
                  <a:gd name="connsiteX13" fmla="*/ 3821753 w 5559330"/>
                  <a:gd name="connsiteY13" fmla="*/ 1636367 h 2441260"/>
                  <a:gd name="connsiteX14" fmla="*/ 4452307 w 5559330"/>
                  <a:gd name="connsiteY14" fmla="*/ 1112419 h 2441260"/>
                  <a:gd name="connsiteX15" fmla="*/ 4460739 w 5559330"/>
                  <a:gd name="connsiteY15" fmla="*/ 1112419 h 2441260"/>
                  <a:gd name="connsiteX16" fmla="*/ 4689663 w 5559330"/>
                  <a:gd name="connsiteY16" fmla="*/ 1291643 h 2441260"/>
                  <a:gd name="connsiteX17" fmla="*/ 4768989 w 5559330"/>
                  <a:gd name="connsiteY17" fmla="*/ 1625871 h 2441260"/>
                  <a:gd name="connsiteX18" fmla="*/ 4863619 w 5559330"/>
                  <a:gd name="connsiteY18" fmla="*/ 1898744 h 2441260"/>
                  <a:gd name="connsiteX19" fmla="*/ 5524779 w 5559330"/>
                  <a:gd name="connsiteY19" fmla="*/ 1459160 h 2441260"/>
                  <a:gd name="connsiteX20" fmla="*/ 5553513 w 5559330"/>
                  <a:gd name="connsiteY20" fmla="*/ 1459564 h 2441260"/>
                  <a:gd name="connsiteX21" fmla="*/ 5553200 w 5559330"/>
                  <a:gd name="connsiteY21" fmla="*/ 1496701 h 2441260"/>
                  <a:gd name="connsiteX22" fmla="*/ 5314283 w 5559330"/>
                  <a:gd name="connsiteY22" fmla="*/ 1746161 h 2441260"/>
                  <a:gd name="connsiteX23" fmla="*/ 4856749 w 5559330"/>
                  <a:gd name="connsiteY23" fmla="*/ 1950816 h 2441260"/>
                  <a:gd name="connsiteX24" fmla="*/ 4729327 w 5559330"/>
                  <a:gd name="connsiteY24" fmla="*/ 1636770 h 2441260"/>
                  <a:gd name="connsiteX25" fmla="*/ 4460115 w 5559330"/>
                  <a:gd name="connsiteY25" fmla="*/ 1165298 h 2441260"/>
                  <a:gd name="connsiteX26" fmla="*/ 4452619 w 5559330"/>
                  <a:gd name="connsiteY26" fmla="*/ 1165298 h 2441260"/>
                  <a:gd name="connsiteX27" fmla="*/ 3851422 w 5559330"/>
                  <a:gd name="connsiteY27" fmla="*/ 1672696 h 2441260"/>
                  <a:gd name="connsiteX28" fmla="*/ 3764600 w 5559330"/>
                  <a:gd name="connsiteY28" fmla="*/ 1787738 h 2441260"/>
                  <a:gd name="connsiteX29" fmla="*/ 3649671 w 5559330"/>
                  <a:gd name="connsiteY29" fmla="*/ 1944357 h 2441260"/>
                  <a:gd name="connsiteX30" fmla="*/ 3386393 w 5559330"/>
                  <a:gd name="connsiteY30" fmla="*/ 2285852 h 2441260"/>
                  <a:gd name="connsiteX31" fmla="*/ 3144665 w 5559330"/>
                  <a:gd name="connsiteY31" fmla="*/ 2441260 h 2441260"/>
                  <a:gd name="connsiteX32" fmla="*/ 3115620 w 5559330"/>
                  <a:gd name="connsiteY32" fmla="*/ 2437627 h 2441260"/>
                  <a:gd name="connsiteX33" fmla="*/ 2958841 w 5559330"/>
                  <a:gd name="connsiteY33" fmla="*/ 2137306 h 2441260"/>
                  <a:gd name="connsiteX34" fmla="*/ 2806122 w 5559330"/>
                  <a:gd name="connsiteY34" fmla="*/ 1779261 h 2441260"/>
                  <a:gd name="connsiteX35" fmla="*/ 2218978 w 5559330"/>
                  <a:gd name="connsiteY35" fmla="*/ 1783702 h 2441260"/>
                  <a:gd name="connsiteX36" fmla="*/ 1575932 w 5559330"/>
                  <a:gd name="connsiteY36" fmla="*/ 1982301 h 2441260"/>
                  <a:gd name="connsiteX37" fmla="*/ 1563530 w 5559330"/>
                  <a:gd name="connsiteY37" fmla="*/ 1980353 h 2441260"/>
                  <a:gd name="connsiteX38" fmla="*/ 1417259 w 5559330"/>
                  <a:gd name="connsiteY38" fmla="*/ 2022400 h 2441260"/>
                  <a:gd name="connsiteX39" fmla="*/ 870148 w 5559330"/>
                  <a:gd name="connsiteY39" fmla="*/ 2086333 h 2441260"/>
                  <a:gd name="connsiteX40" fmla="*/ 662058 w 5559330"/>
                  <a:gd name="connsiteY40" fmla="*/ 2076341 h 2441260"/>
                  <a:gd name="connsiteX41" fmla="*/ 40366 w 5559330"/>
                  <a:gd name="connsiteY41" fmla="*/ 1761590 h 2441260"/>
                  <a:gd name="connsiteX42" fmla="*/ 3050 w 5559330"/>
                  <a:gd name="connsiteY42" fmla="*/ 1652484 h 2441260"/>
                  <a:gd name="connsiteX43" fmla="*/ 1582751 w 5559330"/>
                  <a:gd name="connsiteY43" fmla="*/ 0 h 2441260"/>
                  <a:gd name="connsiteX0" fmla="*/ 1582403 w 5558982"/>
                  <a:gd name="connsiteY0" fmla="*/ 0 h 2441260"/>
                  <a:gd name="connsiteX1" fmla="*/ 1598185 w 5558982"/>
                  <a:gd name="connsiteY1" fmla="*/ 20034 h 2441260"/>
                  <a:gd name="connsiteX2" fmla="*/ 39323 w 5558982"/>
                  <a:gd name="connsiteY2" fmla="*/ 1639031 h 2441260"/>
                  <a:gd name="connsiteX3" fmla="*/ 73518 w 5558982"/>
                  <a:gd name="connsiteY3" fmla="*/ 1738275 h 2441260"/>
                  <a:gd name="connsiteX4" fmla="*/ 1575888 w 5558982"/>
                  <a:gd name="connsiteY4" fmla="*/ 1925627 h 2441260"/>
                  <a:gd name="connsiteX5" fmla="*/ 1576298 w 5558982"/>
                  <a:gd name="connsiteY5" fmla="*/ 1927677 h 2441260"/>
                  <a:gd name="connsiteX6" fmla="*/ 1614515 w 5558982"/>
                  <a:gd name="connsiteY6" fmla="*/ 1914003 h 2441260"/>
                  <a:gd name="connsiteX7" fmla="*/ 2211135 w 5558982"/>
                  <a:gd name="connsiteY7" fmla="*/ 1732034 h 2441260"/>
                  <a:gd name="connsiteX8" fmla="*/ 2828572 w 5558982"/>
                  <a:gd name="connsiteY8" fmla="*/ 1735666 h 2441260"/>
                  <a:gd name="connsiteX9" fmla="*/ 2997219 w 5558982"/>
                  <a:gd name="connsiteY9" fmla="*/ 2121967 h 2441260"/>
                  <a:gd name="connsiteX10" fmla="*/ 3122768 w 5558982"/>
                  <a:gd name="connsiteY10" fmla="*/ 2385958 h 2441260"/>
                  <a:gd name="connsiteX11" fmla="*/ 3619028 w 5558982"/>
                  <a:gd name="connsiteY11" fmla="*/ 1908836 h 2441260"/>
                  <a:gd name="connsiteX12" fmla="*/ 3735832 w 5558982"/>
                  <a:gd name="connsiteY12" fmla="*/ 1749390 h 2441260"/>
                  <a:gd name="connsiteX13" fmla="*/ 3821405 w 5558982"/>
                  <a:gd name="connsiteY13" fmla="*/ 1636367 h 2441260"/>
                  <a:gd name="connsiteX14" fmla="*/ 4451959 w 5558982"/>
                  <a:gd name="connsiteY14" fmla="*/ 1112419 h 2441260"/>
                  <a:gd name="connsiteX15" fmla="*/ 4460391 w 5558982"/>
                  <a:gd name="connsiteY15" fmla="*/ 1112419 h 2441260"/>
                  <a:gd name="connsiteX16" fmla="*/ 4689315 w 5558982"/>
                  <a:gd name="connsiteY16" fmla="*/ 1291643 h 2441260"/>
                  <a:gd name="connsiteX17" fmla="*/ 4768641 w 5558982"/>
                  <a:gd name="connsiteY17" fmla="*/ 1625871 h 2441260"/>
                  <a:gd name="connsiteX18" fmla="*/ 4863271 w 5558982"/>
                  <a:gd name="connsiteY18" fmla="*/ 1898744 h 2441260"/>
                  <a:gd name="connsiteX19" fmla="*/ 5524431 w 5558982"/>
                  <a:gd name="connsiteY19" fmla="*/ 1459160 h 2441260"/>
                  <a:gd name="connsiteX20" fmla="*/ 5553165 w 5558982"/>
                  <a:gd name="connsiteY20" fmla="*/ 1459564 h 2441260"/>
                  <a:gd name="connsiteX21" fmla="*/ 5552852 w 5558982"/>
                  <a:gd name="connsiteY21" fmla="*/ 1496701 h 2441260"/>
                  <a:gd name="connsiteX22" fmla="*/ 5313935 w 5558982"/>
                  <a:gd name="connsiteY22" fmla="*/ 1746161 h 2441260"/>
                  <a:gd name="connsiteX23" fmla="*/ 4856401 w 5558982"/>
                  <a:gd name="connsiteY23" fmla="*/ 1950816 h 2441260"/>
                  <a:gd name="connsiteX24" fmla="*/ 4728979 w 5558982"/>
                  <a:gd name="connsiteY24" fmla="*/ 1636770 h 2441260"/>
                  <a:gd name="connsiteX25" fmla="*/ 4459767 w 5558982"/>
                  <a:gd name="connsiteY25" fmla="*/ 1165298 h 2441260"/>
                  <a:gd name="connsiteX26" fmla="*/ 4452271 w 5558982"/>
                  <a:gd name="connsiteY26" fmla="*/ 1165298 h 2441260"/>
                  <a:gd name="connsiteX27" fmla="*/ 3851074 w 5558982"/>
                  <a:gd name="connsiteY27" fmla="*/ 1672696 h 2441260"/>
                  <a:gd name="connsiteX28" fmla="*/ 3764252 w 5558982"/>
                  <a:gd name="connsiteY28" fmla="*/ 1787738 h 2441260"/>
                  <a:gd name="connsiteX29" fmla="*/ 3649323 w 5558982"/>
                  <a:gd name="connsiteY29" fmla="*/ 1944357 h 2441260"/>
                  <a:gd name="connsiteX30" fmla="*/ 3386045 w 5558982"/>
                  <a:gd name="connsiteY30" fmla="*/ 2285852 h 2441260"/>
                  <a:gd name="connsiteX31" fmla="*/ 3144317 w 5558982"/>
                  <a:gd name="connsiteY31" fmla="*/ 2441260 h 2441260"/>
                  <a:gd name="connsiteX32" fmla="*/ 3115272 w 5558982"/>
                  <a:gd name="connsiteY32" fmla="*/ 2437627 h 2441260"/>
                  <a:gd name="connsiteX33" fmla="*/ 2958493 w 5558982"/>
                  <a:gd name="connsiteY33" fmla="*/ 2137306 h 2441260"/>
                  <a:gd name="connsiteX34" fmla="*/ 2805774 w 5558982"/>
                  <a:gd name="connsiteY34" fmla="*/ 1779261 h 2441260"/>
                  <a:gd name="connsiteX35" fmla="*/ 2218630 w 5558982"/>
                  <a:gd name="connsiteY35" fmla="*/ 1783702 h 2441260"/>
                  <a:gd name="connsiteX36" fmla="*/ 1575584 w 5558982"/>
                  <a:gd name="connsiteY36" fmla="*/ 1982301 h 2441260"/>
                  <a:gd name="connsiteX37" fmla="*/ 1563182 w 5558982"/>
                  <a:gd name="connsiteY37" fmla="*/ 1980353 h 2441260"/>
                  <a:gd name="connsiteX38" fmla="*/ 1416911 w 5558982"/>
                  <a:gd name="connsiteY38" fmla="*/ 2022400 h 2441260"/>
                  <a:gd name="connsiteX39" fmla="*/ 869800 w 5558982"/>
                  <a:gd name="connsiteY39" fmla="*/ 2086333 h 2441260"/>
                  <a:gd name="connsiteX40" fmla="*/ 661710 w 5558982"/>
                  <a:gd name="connsiteY40" fmla="*/ 2076341 h 2441260"/>
                  <a:gd name="connsiteX41" fmla="*/ 40018 w 5558982"/>
                  <a:gd name="connsiteY41" fmla="*/ 1761590 h 2441260"/>
                  <a:gd name="connsiteX42" fmla="*/ 2702 w 5558982"/>
                  <a:gd name="connsiteY42" fmla="*/ 1652484 h 2441260"/>
                  <a:gd name="connsiteX43" fmla="*/ 1582403 w 5558982"/>
                  <a:gd name="connsiteY43" fmla="*/ 0 h 2441260"/>
                  <a:gd name="connsiteX0" fmla="*/ 1582707 w 5559286"/>
                  <a:gd name="connsiteY0" fmla="*/ 0 h 2441260"/>
                  <a:gd name="connsiteX1" fmla="*/ 1598489 w 5559286"/>
                  <a:gd name="connsiteY1" fmla="*/ 20034 h 2441260"/>
                  <a:gd name="connsiteX2" fmla="*/ 39627 w 5559286"/>
                  <a:gd name="connsiteY2" fmla="*/ 1639031 h 2441260"/>
                  <a:gd name="connsiteX3" fmla="*/ 73822 w 5559286"/>
                  <a:gd name="connsiteY3" fmla="*/ 1738275 h 2441260"/>
                  <a:gd name="connsiteX4" fmla="*/ 1576192 w 5559286"/>
                  <a:gd name="connsiteY4" fmla="*/ 1925627 h 2441260"/>
                  <a:gd name="connsiteX5" fmla="*/ 1576602 w 5559286"/>
                  <a:gd name="connsiteY5" fmla="*/ 1927677 h 2441260"/>
                  <a:gd name="connsiteX6" fmla="*/ 1614819 w 5559286"/>
                  <a:gd name="connsiteY6" fmla="*/ 1914003 h 2441260"/>
                  <a:gd name="connsiteX7" fmla="*/ 2211439 w 5559286"/>
                  <a:gd name="connsiteY7" fmla="*/ 1732034 h 2441260"/>
                  <a:gd name="connsiteX8" fmla="*/ 2828876 w 5559286"/>
                  <a:gd name="connsiteY8" fmla="*/ 1735666 h 2441260"/>
                  <a:gd name="connsiteX9" fmla="*/ 2997523 w 5559286"/>
                  <a:gd name="connsiteY9" fmla="*/ 2121967 h 2441260"/>
                  <a:gd name="connsiteX10" fmla="*/ 3123072 w 5559286"/>
                  <a:gd name="connsiteY10" fmla="*/ 2385958 h 2441260"/>
                  <a:gd name="connsiteX11" fmla="*/ 3619332 w 5559286"/>
                  <a:gd name="connsiteY11" fmla="*/ 1908836 h 2441260"/>
                  <a:gd name="connsiteX12" fmla="*/ 3736136 w 5559286"/>
                  <a:gd name="connsiteY12" fmla="*/ 1749390 h 2441260"/>
                  <a:gd name="connsiteX13" fmla="*/ 3821709 w 5559286"/>
                  <a:gd name="connsiteY13" fmla="*/ 1636367 h 2441260"/>
                  <a:gd name="connsiteX14" fmla="*/ 4452263 w 5559286"/>
                  <a:gd name="connsiteY14" fmla="*/ 1112419 h 2441260"/>
                  <a:gd name="connsiteX15" fmla="*/ 4460695 w 5559286"/>
                  <a:gd name="connsiteY15" fmla="*/ 1112419 h 2441260"/>
                  <a:gd name="connsiteX16" fmla="*/ 4689619 w 5559286"/>
                  <a:gd name="connsiteY16" fmla="*/ 1291643 h 2441260"/>
                  <a:gd name="connsiteX17" fmla="*/ 4768945 w 5559286"/>
                  <a:gd name="connsiteY17" fmla="*/ 1625871 h 2441260"/>
                  <a:gd name="connsiteX18" fmla="*/ 4863575 w 5559286"/>
                  <a:gd name="connsiteY18" fmla="*/ 1898744 h 2441260"/>
                  <a:gd name="connsiteX19" fmla="*/ 5524735 w 5559286"/>
                  <a:gd name="connsiteY19" fmla="*/ 1459160 h 2441260"/>
                  <a:gd name="connsiteX20" fmla="*/ 5553469 w 5559286"/>
                  <a:gd name="connsiteY20" fmla="*/ 1459564 h 2441260"/>
                  <a:gd name="connsiteX21" fmla="*/ 5553156 w 5559286"/>
                  <a:gd name="connsiteY21" fmla="*/ 1496701 h 2441260"/>
                  <a:gd name="connsiteX22" fmla="*/ 5314239 w 5559286"/>
                  <a:gd name="connsiteY22" fmla="*/ 1746161 h 2441260"/>
                  <a:gd name="connsiteX23" fmla="*/ 4856705 w 5559286"/>
                  <a:gd name="connsiteY23" fmla="*/ 1950816 h 2441260"/>
                  <a:gd name="connsiteX24" fmla="*/ 4729283 w 5559286"/>
                  <a:gd name="connsiteY24" fmla="*/ 1636770 h 2441260"/>
                  <a:gd name="connsiteX25" fmla="*/ 4460071 w 5559286"/>
                  <a:gd name="connsiteY25" fmla="*/ 1165298 h 2441260"/>
                  <a:gd name="connsiteX26" fmla="*/ 4452575 w 5559286"/>
                  <a:gd name="connsiteY26" fmla="*/ 1165298 h 2441260"/>
                  <a:gd name="connsiteX27" fmla="*/ 3851378 w 5559286"/>
                  <a:gd name="connsiteY27" fmla="*/ 1672696 h 2441260"/>
                  <a:gd name="connsiteX28" fmla="*/ 3764556 w 5559286"/>
                  <a:gd name="connsiteY28" fmla="*/ 1787738 h 2441260"/>
                  <a:gd name="connsiteX29" fmla="*/ 3649627 w 5559286"/>
                  <a:gd name="connsiteY29" fmla="*/ 1944357 h 2441260"/>
                  <a:gd name="connsiteX30" fmla="*/ 3386349 w 5559286"/>
                  <a:gd name="connsiteY30" fmla="*/ 2285852 h 2441260"/>
                  <a:gd name="connsiteX31" fmla="*/ 3144621 w 5559286"/>
                  <a:gd name="connsiteY31" fmla="*/ 2441260 h 2441260"/>
                  <a:gd name="connsiteX32" fmla="*/ 3115576 w 5559286"/>
                  <a:gd name="connsiteY32" fmla="*/ 2437627 h 2441260"/>
                  <a:gd name="connsiteX33" fmla="*/ 2958797 w 5559286"/>
                  <a:gd name="connsiteY33" fmla="*/ 2137306 h 2441260"/>
                  <a:gd name="connsiteX34" fmla="*/ 2806078 w 5559286"/>
                  <a:gd name="connsiteY34" fmla="*/ 1779261 h 2441260"/>
                  <a:gd name="connsiteX35" fmla="*/ 2218934 w 5559286"/>
                  <a:gd name="connsiteY35" fmla="*/ 1783702 h 2441260"/>
                  <a:gd name="connsiteX36" fmla="*/ 1575888 w 5559286"/>
                  <a:gd name="connsiteY36" fmla="*/ 1982301 h 2441260"/>
                  <a:gd name="connsiteX37" fmla="*/ 1563486 w 5559286"/>
                  <a:gd name="connsiteY37" fmla="*/ 1980353 h 2441260"/>
                  <a:gd name="connsiteX38" fmla="*/ 1417215 w 5559286"/>
                  <a:gd name="connsiteY38" fmla="*/ 2022400 h 2441260"/>
                  <a:gd name="connsiteX39" fmla="*/ 870104 w 5559286"/>
                  <a:gd name="connsiteY39" fmla="*/ 2086333 h 2441260"/>
                  <a:gd name="connsiteX40" fmla="*/ 662014 w 5559286"/>
                  <a:gd name="connsiteY40" fmla="*/ 2076341 h 2441260"/>
                  <a:gd name="connsiteX41" fmla="*/ 40322 w 5559286"/>
                  <a:gd name="connsiteY41" fmla="*/ 1761590 h 2441260"/>
                  <a:gd name="connsiteX42" fmla="*/ 3006 w 5559286"/>
                  <a:gd name="connsiteY42" fmla="*/ 1652484 h 2441260"/>
                  <a:gd name="connsiteX43" fmla="*/ 1582707 w 5559286"/>
                  <a:gd name="connsiteY43" fmla="*/ 0 h 2441260"/>
                  <a:gd name="connsiteX0" fmla="*/ 1582707 w 5559286"/>
                  <a:gd name="connsiteY0" fmla="*/ 0 h 2441260"/>
                  <a:gd name="connsiteX1" fmla="*/ 1598491 w 5559286"/>
                  <a:gd name="connsiteY1" fmla="*/ 20034 h 2441260"/>
                  <a:gd name="connsiteX2" fmla="*/ 39627 w 5559286"/>
                  <a:gd name="connsiteY2" fmla="*/ 1639031 h 2441260"/>
                  <a:gd name="connsiteX3" fmla="*/ 73822 w 5559286"/>
                  <a:gd name="connsiteY3" fmla="*/ 1738275 h 2441260"/>
                  <a:gd name="connsiteX4" fmla="*/ 1576192 w 5559286"/>
                  <a:gd name="connsiteY4" fmla="*/ 1925627 h 2441260"/>
                  <a:gd name="connsiteX5" fmla="*/ 1576602 w 5559286"/>
                  <a:gd name="connsiteY5" fmla="*/ 1927677 h 2441260"/>
                  <a:gd name="connsiteX6" fmla="*/ 1614819 w 5559286"/>
                  <a:gd name="connsiteY6" fmla="*/ 1914003 h 2441260"/>
                  <a:gd name="connsiteX7" fmla="*/ 2211439 w 5559286"/>
                  <a:gd name="connsiteY7" fmla="*/ 1732034 h 2441260"/>
                  <a:gd name="connsiteX8" fmla="*/ 2828876 w 5559286"/>
                  <a:gd name="connsiteY8" fmla="*/ 1735666 h 2441260"/>
                  <a:gd name="connsiteX9" fmla="*/ 2997523 w 5559286"/>
                  <a:gd name="connsiteY9" fmla="*/ 2121967 h 2441260"/>
                  <a:gd name="connsiteX10" fmla="*/ 3123072 w 5559286"/>
                  <a:gd name="connsiteY10" fmla="*/ 2385958 h 2441260"/>
                  <a:gd name="connsiteX11" fmla="*/ 3619332 w 5559286"/>
                  <a:gd name="connsiteY11" fmla="*/ 1908836 h 2441260"/>
                  <a:gd name="connsiteX12" fmla="*/ 3736136 w 5559286"/>
                  <a:gd name="connsiteY12" fmla="*/ 1749390 h 2441260"/>
                  <a:gd name="connsiteX13" fmla="*/ 3821709 w 5559286"/>
                  <a:gd name="connsiteY13" fmla="*/ 1636367 h 2441260"/>
                  <a:gd name="connsiteX14" fmla="*/ 4452263 w 5559286"/>
                  <a:gd name="connsiteY14" fmla="*/ 1112419 h 2441260"/>
                  <a:gd name="connsiteX15" fmla="*/ 4460695 w 5559286"/>
                  <a:gd name="connsiteY15" fmla="*/ 1112419 h 2441260"/>
                  <a:gd name="connsiteX16" fmla="*/ 4689619 w 5559286"/>
                  <a:gd name="connsiteY16" fmla="*/ 1291643 h 2441260"/>
                  <a:gd name="connsiteX17" fmla="*/ 4768945 w 5559286"/>
                  <a:gd name="connsiteY17" fmla="*/ 1625871 h 2441260"/>
                  <a:gd name="connsiteX18" fmla="*/ 4863575 w 5559286"/>
                  <a:gd name="connsiteY18" fmla="*/ 1898744 h 2441260"/>
                  <a:gd name="connsiteX19" fmla="*/ 5524735 w 5559286"/>
                  <a:gd name="connsiteY19" fmla="*/ 1459160 h 2441260"/>
                  <a:gd name="connsiteX20" fmla="*/ 5553469 w 5559286"/>
                  <a:gd name="connsiteY20" fmla="*/ 1459564 h 2441260"/>
                  <a:gd name="connsiteX21" fmla="*/ 5553156 w 5559286"/>
                  <a:gd name="connsiteY21" fmla="*/ 1496701 h 2441260"/>
                  <a:gd name="connsiteX22" fmla="*/ 5314239 w 5559286"/>
                  <a:gd name="connsiteY22" fmla="*/ 1746161 h 2441260"/>
                  <a:gd name="connsiteX23" fmla="*/ 4856705 w 5559286"/>
                  <a:gd name="connsiteY23" fmla="*/ 1950816 h 2441260"/>
                  <a:gd name="connsiteX24" fmla="*/ 4729283 w 5559286"/>
                  <a:gd name="connsiteY24" fmla="*/ 1636770 h 2441260"/>
                  <a:gd name="connsiteX25" fmla="*/ 4460071 w 5559286"/>
                  <a:gd name="connsiteY25" fmla="*/ 1165298 h 2441260"/>
                  <a:gd name="connsiteX26" fmla="*/ 4452575 w 5559286"/>
                  <a:gd name="connsiteY26" fmla="*/ 1165298 h 2441260"/>
                  <a:gd name="connsiteX27" fmla="*/ 3851378 w 5559286"/>
                  <a:gd name="connsiteY27" fmla="*/ 1672696 h 2441260"/>
                  <a:gd name="connsiteX28" fmla="*/ 3764556 w 5559286"/>
                  <a:gd name="connsiteY28" fmla="*/ 1787738 h 2441260"/>
                  <a:gd name="connsiteX29" fmla="*/ 3649627 w 5559286"/>
                  <a:gd name="connsiteY29" fmla="*/ 1944357 h 2441260"/>
                  <a:gd name="connsiteX30" fmla="*/ 3386349 w 5559286"/>
                  <a:gd name="connsiteY30" fmla="*/ 2285852 h 2441260"/>
                  <a:gd name="connsiteX31" fmla="*/ 3144621 w 5559286"/>
                  <a:gd name="connsiteY31" fmla="*/ 2441260 h 2441260"/>
                  <a:gd name="connsiteX32" fmla="*/ 3115576 w 5559286"/>
                  <a:gd name="connsiteY32" fmla="*/ 2437627 h 2441260"/>
                  <a:gd name="connsiteX33" fmla="*/ 2958797 w 5559286"/>
                  <a:gd name="connsiteY33" fmla="*/ 2137306 h 2441260"/>
                  <a:gd name="connsiteX34" fmla="*/ 2806078 w 5559286"/>
                  <a:gd name="connsiteY34" fmla="*/ 1779261 h 2441260"/>
                  <a:gd name="connsiteX35" fmla="*/ 2218934 w 5559286"/>
                  <a:gd name="connsiteY35" fmla="*/ 1783702 h 2441260"/>
                  <a:gd name="connsiteX36" fmla="*/ 1575888 w 5559286"/>
                  <a:gd name="connsiteY36" fmla="*/ 1982301 h 2441260"/>
                  <a:gd name="connsiteX37" fmla="*/ 1563486 w 5559286"/>
                  <a:gd name="connsiteY37" fmla="*/ 1980353 h 2441260"/>
                  <a:gd name="connsiteX38" fmla="*/ 1417215 w 5559286"/>
                  <a:gd name="connsiteY38" fmla="*/ 2022400 h 2441260"/>
                  <a:gd name="connsiteX39" fmla="*/ 870104 w 5559286"/>
                  <a:gd name="connsiteY39" fmla="*/ 2086333 h 2441260"/>
                  <a:gd name="connsiteX40" fmla="*/ 662014 w 5559286"/>
                  <a:gd name="connsiteY40" fmla="*/ 2076341 h 2441260"/>
                  <a:gd name="connsiteX41" fmla="*/ 40322 w 5559286"/>
                  <a:gd name="connsiteY41" fmla="*/ 1761590 h 2441260"/>
                  <a:gd name="connsiteX42" fmla="*/ 3006 w 5559286"/>
                  <a:gd name="connsiteY42" fmla="*/ 1652484 h 2441260"/>
                  <a:gd name="connsiteX43" fmla="*/ 1582707 w 5559286"/>
                  <a:gd name="connsiteY43" fmla="*/ 0 h 2441260"/>
                  <a:gd name="connsiteX0" fmla="*/ 1582707 w 5559286"/>
                  <a:gd name="connsiteY0" fmla="*/ 0 h 2441260"/>
                  <a:gd name="connsiteX1" fmla="*/ 1598491 w 5559286"/>
                  <a:gd name="connsiteY1" fmla="*/ 20034 h 2441260"/>
                  <a:gd name="connsiteX2" fmla="*/ 39627 w 5559286"/>
                  <a:gd name="connsiteY2" fmla="*/ 1639031 h 2441260"/>
                  <a:gd name="connsiteX3" fmla="*/ 73822 w 5559286"/>
                  <a:gd name="connsiteY3" fmla="*/ 1738275 h 2441260"/>
                  <a:gd name="connsiteX4" fmla="*/ 1576192 w 5559286"/>
                  <a:gd name="connsiteY4" fmla="*/ 1925627 h 2441260"/>
                  <a:gd name="connsiteX5" fmla="*/ 1576602 w 5559286"/>
                  <a:gd name="connsiteY5" fmla="*/ 1927677 h 2441260"/>
                  <a:gd name="connsiteX6" fmla="*/ 1614819 w 5559286"/>
                  <a:gd name="connsiteY6" fmla="*/ 1914003 h 2441260"/>
                  <a:gd name="connsiteX7" fmla="*/ 2211439 w 5559286"/>
                  <a:gd name="connsiteY7" fmla="*/ 1732034 h 2441260"/>
                  <a:gd name="connsiteX8" fmla="*/ 2828876 w 5559286"/>
                  <a:gd name="connsiteY8" fmla="*/ 1735666 h 2441260"/>
                  <a:gd name="connsiteX9" fmla="*/ 2997523 w 5559286"/>
                  <a:gd name="connsiteY9" fmla="*/ 2121967 h 2441260"/>
                  <a:gd name="connsiteX10" fmla="*/ 3123072 w 5559286"/>
                  <a:gd name="connsiteY10" fmla="*/ 2385958 h 2441260"/>
                  <a:gd name="connsiteX11" fmla="*/ 3619332 w 5559286"/>
                  <a:gd name="connsiteY11" fmla="*/ 1908836 h 2441260"/>
                  <a:gd name="connsiteX12" fmla="*/ 3736136 w 5559286"/>
                  <a:gd name="connsiteY12" fmla="*/ 1749390 h 2441260"/>
                  <a:gd name="connsiteX13" fmla="*/ 3821709 w 5559286"/>
                  <a:gd name="connsiteY13" fmla="*/ 1636367 h 2441260"/>
                  <a:gd name="connsiteX14" fmla="*/ 4452263 w 5559286"/>
                  <a:gd name="connsiteY14" fmla="*/ 1112419 h 2441260"/>
                  <a:gd name="connsiteX15" fmla="*/ 4460695 w 5559286"/>
                  <a:gd name="connsiteY15" fmla="*/ 1112419 h 2441260"/>
                  <a:gd name="connsiteX16" fmla="*/ 4689619 w 5559286"/>
                  <a:gd name="connsiteY16" fmla="*/ 1291643 h 2441260"/>
                  <a:gd name="connsiteX17" fmla="*/ 4768945 w 5559286"/>
                  <a:gd name="connsiteY17" fmla="*/ 1625871 h 2441260"/>
                  <a:gd name="connsiteX18" fmla="*/ 4863575 w 5559286"/>
                  <a:gd name="connsiteY18" fmla="*/ 1898744 h 2441260"/>
                  <a:gd name="connsiteX19" fmla="*/ 5524735 w 5559286"/>
                  <a:gd name="connsiteY19" fmla="*/ 1459160 h 2441260"/>
                  <a:gd name="connsiteX20" fmla="*/ 5553469 w 5559286"/>
                  <a:gd name="connsiteY20" fmla="*/ 1459564 h 2441260"/>
                  <a:gd name="connsiteX21" fmla="*/ 5553156 w 5559286"/>
                  <a:gd name="connsiteY21" fmla="*/ 1496701 h 2441260"/>
                  <a:gd name="connsiteX22" fmla="*/ 5314239 w 5559286"/>
                  <a:gd name="connsiteY22" fmla="*/ 1746161 h 2441260"/>
                  <a:gd name="connsiteX23" fmla="*/ 4856705 w 5559286"/>
                  <a:gd name="connsiteY23" fmla="*/ 1950816 h 2441260"/>
                  <a:gd name="connsiteX24" fmla="*/ 4729283 w 5559286"/>
                  <a:gd name="connsiteY24" fmla="*/ 1636770 h 2441260"/>
                  <a:gd name="connsiteX25" fmla="*/ 4460071 w 5559286"/>
                  <a:gd name="connsiteY25" fmla="*/ 1165298 h 2441260"/>
                  <a:gd name="connsiteX26" fmla="*/ 4452575 w 5559286"/>
                  <a:gd name="connsiteY26" fmla="*/ 1165298 h 2441260"/>
                  <a:gd name="connsiteX27" fmla="*/ 3851378 w 5559286"/>
                  <a:gd name="connsiteY27" fmla="*/ 1672696 h 2441260"/>
                  <a:gd name="connsiteX28" fmla="*/ 3764556 w 5559286"/>
                  <a:gd name="connsiteY28" fmla="*/ 1787738 h 2441260"/>
                  <a:gd name="connsiteX29" fmla="*/ 3649627 w 5559286"/>
                  <a:gd name="connsiteY29" fmla="*/ 1944357 h 2441260"/>
                  <a:gd name="connsiteX30" fmla="*/ 3386349 w 5559286"/>
                  <a:gd name="connsiteY30" fmla="*/ 2285852 h 2441260"/>
                  <a:gd name="connsiteX31" fmla="*/ 3144621 w 5559286"/>
                  <a:gd name="connsiteY31" fmla="*/ 2441260 h 2441260"/>
                  <a:gd name="connsiteX32" fmla="*/ 3115576 w 5559286"/>
                  <a:gd name="connsiteY32" fmla="*/ 2437627 h 2441260"/>
                  <a:gd name="connsiteX33" fmla="*/ 2958797 w 5559286"/>
                  <a:gd name="connsiteY33" fmla="*/ 2137306 h 2441260"/>
                  <a:gd name="connsiteX34" fmla="*/ 2806078 w 5559286"/>
                  <a:gd name="connsiteY34" fmla="*/ 1779261 h 2441260"/>
                  <a:gd name="connsiteX35" fmla="*/ 2218934 w 5559286"/>
                  <a:gd name="connsiteY35" fmla="*/ 1783702 h 2441260"/>
                  <a:gd name="connsiteX36" fmla="*/ 1575888 w 5559286"/>
                  <a:gd name="connsiteY36" fmla="*/ 1982301 h 2441260"/>
                  <a:gd name="connsiteX37" fmla="*/ 1563486 w 5559286"/>
                  <a:gd name="connsiteY37" fmla="*/ 1980353 h 2441260"/>
                  <a:gd name="connsiteX38" fmla="*/ 1417215 w 5559286"/>
                  <a:gd name="connsiteY38" fmla="*/ 2022400 h 2441260"/>
                  <a:gd name="connsiteX39" fmla="*/ 870104 w 5559286"/>
                  <a:gd name="connsiteY39" fmla="*/ 2086333 h 2441260"/>
                  <a:gd name="connsiteX40" fmla="*/ 662014 w 5559286"/>
                  <a:gd name="connsiteY40" fmla="*/ 2076341 h 2441260"/>
                  <a:gd name="connsiteX41" fmla="*/ 40322 w 5559286"/>
                  <a:gd name="connsiteY41" fmla="*/ 1761590 h 2441260"/>
                  <a:gd name="connsiteX42" fmla="*/ 3006 w 5559286"/>
                  <a:gd name="connsiteY42" fmla="*/ 1652484 h 2441260"/>
                  <a:gd name="connsiteX43" fmla="*/ 1582707 w 5559286"/>
                  <a:gd name="connsiteY43" fmla="*/ 0 h 2441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559286" h="2441260">
                    <a:moveTo>
                      <a:pt x="1582707" y="0"/>
                    </a:moveTo>
                    <a:lnTo>
                      <a:pt x="1598491" y="20034"/>
                    </a:lnTo>
                    <a:cubicBezTo>
                      <a:pt x="669726" y="239892"/>
                      <a:pt x="-5380" y="1209312"/>
                      <a:pt x="39627" y="1639031"/>
                    </a:cubicBezTo>
                    <a:cubicBezTo>
                      <a:pt x="48415" y="1671088"/>
                      <a:pt x="59810" y="1704136"/>
                      <a:pt x="73822" y="1738275"/>
                    </a:cubicBezTo>
                    <a:cubicBezTo>
                      <a:pt x="209757" y="2068014"/>
                      <a:pt x="1013770" y="2116310"/>
                      <a:pt x="1576192" y="1925627"/>
                    </a:cubicBezTo>
                    <a:cubicBezTo>
                      <a:pt x="1576329" y="1926310"/>
                      <a:pt x="1576465" y="1926994"/>
                      <a:pt x="1576602" y="1927677"/>
                    </a:cubicBezTo>
                    <a:lnTo>
                      <a:pt x="1614819" y="1914003"/>
                    </a:lnTo>
                    <a:cubicBezTo>
                      <a:pt x="1746502" y="1867177"/>
                      <a:pt x="1980525" y="1786779"/>
                      <a:pt x="2211439" y="1732034"/>
                    </a:cubicBezTo>
                    <a:cubicBezTo>
                      <a:pt x="2537490" y="1655339"/>
                      <a:pt x="2739242" y="1656549"/>
                      <a:pt x="2828876" y="1735666"/>
                    </a:cubicBezTo>
                    <a:cubicBezTo>
                      <a:pt x="2926941" y="1822856"/>
                      <a:pt x="2964418" y="1981494"/>
                      <a:pt x="2997523" y="2121967"/>
                    </a:cubicBezTo>
                    <a:cubicBezTo>
                      <a:pt x="3028754" y="2254366"/>
                      <a:pt x="3055613" y="2368601"/>
                      <a:pt x="3123072" y="2385958"/>
                    </a:cubicBezTo>
                    <a:cubicBezTo>
                      <a:pt x="3257052" y="2420270"/>
                      <a:pt x="3475045" y="2112279"/>
                      <a:pt x="3619332" y="1908836"/>
                    </a:cubicBezTo>
                    <a:cubicBezTo>
                      <a:pt x="3664618" y="1844654"/>
                      <a:pt x="3703656" y="1789757"/>
                      <a:pt x="3736136" y="1749390"/>
                    </a:cubicBezTo>
                    <a:cubicBezTo>
                      <a:pt x="3760809" y="1719116"/>
                      <a:pt x="3788917" y="1680769"/>
                      <a:pt x="3821709" y="1636367"/>
                    </a:cubicBezTo>
                    <a:cubicBezTo>
                      <a:pt x="3975366" y="1427271"/>
                      <a:pt x="4207100" y="1112419"/>
                      <a:pt x="4452263" y="1112419"/>
                    </a:cubicBezTo>
                    <a:lnTo>
                      <a:pt x="4460695" y="1112419"/>
                    </a:lnTo>
                    <a:cubicBezTo>
                      <a:pt x="4563758" y="1115648"/>
                      <a:pt x="4638401" y="1174178"/>
                      <a:pt x="4689619" y="1291643"/>
                    </a:cubicBezTo>
                    <a:cubicBezTo>
                      <a:pt x="4732405" y="1390135"/>
                      <a:pt x="4751769" y="1515269"/>
                      <a:pt x="4768945" y="1625871"/>
                    </a:cubicBezTo>
                    <a:cubicBezTo>
                      <a:pt x="4790495" y="1765537"/>
                      <a:pt x="4809233" y="1886635"/>
                      <a:pt x="4863575" y="1898744"/>
                    </a:cubicBezTo>
                    <a:cubicBezTo>
                      <a:pt x="5125603" y="1957274"/>
                      <a:pt x="5520675" y="1464005"/>
                      <a:pt x="5524735" y="1459160"/>
                    </a:cubicBezTo>
                    <a:cubicBezTo>
                      <a:pt x="5532855" y="1449070"/>
                      <a:pt x="5545661" y="1449070"/>
                      <a:pt x="5553469" y="1459564"/>
                    </a:cubicBezTo>
                    <a:cubicBezTo>
                      <a:pt x="5561277" y="1470059"/>
                      <a:pt x="5561277" y="1486609"/>
                      <a:pt x="5553156" y="1496701"/>
                    </a:cubicBezTo>
                    <a:cubicBezTo>
                      <a:pt x="5552219" y="1497912"/>
                      <a:pt x="5449469" y="1626679"/>
                      <a:pt x="5314239" y="1746161"/>
                    </a:cubicBezTo>
                    <a:cubicBezTo>
                      <a:pt x="5130288" y="1908432"/>
                      <a:pt x="4976319" y="1977458"/>
                      <a:pt x="4856705" y="1950816"/>
                    </a:cubicBezTo>
                    <a:cubicBezTo>
                      <a:pt x="4774879" y="1932652"/>
                      <a:pt x="4753643" y="1795407"/>
                      <a:pt x="4729283" y="1636770"/>
                    </a:cubicBezTo>
                    <a:cubicBezTo>
                      <a:pt x="4695553" y="1418795"/>
                      <a:pt x="4657451" y="1171353"/>
                      <a:pt x="4460071" y="1165298"/>
                    </a:cubicBezTo>
                    <a:lnTo>
                      <a:pt x="4452575" y="1165298"/>
                    </a:lnTo>
                    <a:cubicBezTo>
                      <a:pt x="4224901" y="1165298"/>
                      <a:pt x="4000663" y="1470463"/>
                      <a:pt x="3851378" y="1672696"/>
                    </a:cubicBezTo>
                    <a:cubicBezTo>
                      <a:pt x="3818274" y="1717502"/>
                      <a:pt x="3789853" y="1756253"/>
                      <a:pt x="3764556" y="1787738"/>
                    </a:cubicBezTo>
                    <a:cubicBezTo>
                      <a:pt x="3733013" y="1826490"/>
                      <a:pt x="3694600" y="1881387"/>
                      <a:pt x="3649627" y="1944357"/>
                    </a:cubicBezTo>
                    <a:cubicBezTo>
                      <a:pt x="3573423" y="2052134"/>
                      <a:pt x="3478480" y="2186149"/>
                      <a:pt x="3386349" y="2285852"/>
                    </a:cubicBezTo>
                    <a:cubicBezTo>
                      <a:pt x="3289533" y="2389995"/>
                      <a:pt x="3210206" y="2441260"/>
                      <a:pt x="3144621" y="2441260"/>
                    </a:cubicBezTo>
                    <a:cubicBezTo>
                      <a:pt x="3134627" y="2441260"/>
                      <a:pt x="3124945" y="2440049"/>
                      <a:pt x="3115576" y="2437627"/>
                    </a:cubicBezTo>
                    <a:cubicBezTo>
                      <a:pt x="3024070" y="2414215"/>
                      <a:pt x="2992527" y="2279797"/>
                      <a:pt x="2958797" y="2137306"/>
                    </a:cubicBezTo>
                    <a:cubicBezTo>
                      <a:pt x="2927566" y="2005310"/>
                      <a:pt x="2892587" y="1855956"/>
                      <a:pt x="2806078" y="1779261"/>
                    </a:cubicBezTo>
                    <a:cubicBezTo>
                      <a:pt x="2751735" y="1730822"/>
                      <a:pt x="2605574" y="1692475"/>
                      <a:pt x="2218934" y="1783702"/>
                    </a:cubicBezTo>
                    <a:cubicBezTo>
                      <a:pt x="1956906" y="1845461"/>
                      <a:pt x="1689881" y="1941532"/>
                      <a:pt x="1575888" y="1982301"/>
                    </a:cubicBezTo>
                    <a:lnTo>
                      <a:pt x="1563486" y="1980353"/>
                    </a:lnTo>
                    <a:lnTo>
                      <a:pt x="1417215" y="2022400"/>
                    </a:lnTo>
                    <a:cubicBezTo>
                      <a:pt x="1242636" y="2064320"/>
                      <a:pt x="1052746" y="2086333"/>
                      <a:pt x="870104" y="2086333"/>
                    </a:cubicBezTo>
                    <a:cubicBezTo>
                      <a:pt x="799237" y="2086333"/>
                      <a:pt x="729659" y="2083003"/>
                      <a:pt x="662014" y="2076341"/>
                    </a:cubicBezTo>
                    <a:cubicBezTo>
                      <a:pt x="470030" y="2056357"/>
                      <a:pt x="134381" y="1989743"/>
                      <a:pt x="40322" y="1761590"/>
                    </a:cubicBezTo>
                    <a:cubicBezTo>
                      <a:pt x="25021" y="1724120"/>
                      <a:pt x="12579" y="1687794"/>
                      <a:pt x="3006" y="1652484"/>
                    </a:cubicBezTo>
                    <a:cubicBezTo>
                      <a:pt x="-45644" y="1331850"/>
                      <a:pt x="496819" y="251717"/>
                      <a:pt x="1582707" y="0"/>
                    </a:cubicBez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EEC86ACF-8901-4E38-B9A7-9675380CAD0A}"/>
                  </a:ext>
                </a:extLst>
              </p:cNvPr>
              <p:cNvSpPr/>
              <p:nvPr/>
            </p:nvSpPr>
            <p:spPr>
              <a:xfrm>
                <a:off x="4596253" y="5151140"/>
                <a:ext cx="5456099" cy="1304623"/>
              </a:xfrm>
              <a:custGeom>
                <a:avLst/>
                <a:gdLst>
                  <a:gd name="connsiteX0" fmla="*/ 6429118 w 8066757"/>
                  <a:gd name="connsiteY0" fmla="*/ 0 h 1492361"/>
                  <a:gd name="connsiteX1" fmla="*/ 6436506 w 8066757"/>
                  <a:gd name="connsiteY1" fmla="*/ 0 h 1492361"/>
                  <a:gd name="connsiteX2" fmla="*/ 6746799 w 8066757"/>
                  <a:gd name="connsiteY2" fmla="*/ 187930 h 1492361"/>
                  <a:gd name="connsiteX3" fmla="*/ 6862235 w 8066757"/>
                  <a:gd name="connsiteY3" fmla="*/ 556403 h 1492361"/>
                  <a:gd name="connsiteX4" fmla="*/ 7031696 w 8066757"/>
                  <a:gd name="connsiteY4" fmla="*/ 899942 h 1492361"/>
                  <a:gd name="connsiteX5" fmla="*/ 8039686 w 8066757"/>
                  <a:gd name="connsiteY5" fmla="*/ 376323 h 1492361"/>
                  <a:gd name="connsiteX6" fmla="*/ 8062311 w 8066757"/>
                  <a:gd name="connsiteY6" fmla="*/ 376784 h 1492361"/>
                  <a:gd name="connsiteX7" fmla="*/ 8061849 w 8066757"/>
                  <a:gd name="connsiteY7" fmla="*/ 399410 h 1492361"/>
                  <a:gd name="connsiteX8" fmla="*/ 7701227 w 8066757"/>
                  <a:gd name="connsiteY8" fmla="*/ 692157 h 1492361"/>
                  <a:gd name="connsiteX9" fmla="*/ 7025693 w 8066757"/>
                  <a:gd name="connsiteY9" fmla="*/ 931340 h 1492361"/>
                  <a:gd name="connsiteX10" fmla="*/ 6830375 w 8066757"/>
                  <a:gd name="connsiteY10" fmla="*/ 562406 h 1492361"/>
                  <a:gd name="connsiteX11" fmla="*/ 6436044 w 8066757"/>
                  <a:gd name="connsiteY11" fmla="*/ 31860 h 1492361"/>
                  <a:gd name="connsiteX12" fmla="*/ 6429118 w 8066757"/>
                  <a:gd name="connsiteY12" fmla="*/ 31860 h 1492361"/>
                  <a:gd name="connsiteX13" fmla="*/ 5531023 w 8066757"/>
                  <a:gd name="connsiteY13" fmla="*/ 615507 h 1492361"/>
                  <a:gd name="connsiteX14" fmla="*/ 5402196 w 8066757"/>
                  <a:gd name="connsiteY14" fmla="*/ 747566 h 1492361"/>
                  <a:gd name="connsiteX15" fmla="*/ 5233659 w 8066757"/>
                  <a:gd name="connsiteY15" fmla="*/ 924877 h 1492361"/>
                  <a:gd name="connsiteX16" fmla="*/ 4491172 w 8066757"/>
                  <a:gd name="connsiteY16" fmla="*/ 1492361 h 1492361"/>
                  <a:gd name="connsiteX17" fmla="*/ 4450538 w 8066757"/>
                  <a:gd name="connsiteY17" fmla="*/ 1488205 h 1492361"/>
                  <a:gd name="connsiteX18" fmla="*/ 4212278 w 8066757"/>
                  <a:gd name="connsiteY18" fmla="*/ 1137279 h 1492361"/>
                  <a:gd name="connsiteX19" fmla="*/ 3986946 w 8066757"/>
                  <a:gd name="connsiteY19" fmla="*/ 732328 h 1492361"/>
                  <a:gd name="connsiteX20" fmla="*/ 3125329 w 8066757"/>
                  <a:gd name="connsiteY20" fmla="*/ 736022 h 1492361"/>
                  <a:gd name="connsiteX21" fmla="*/ 2179674 w 8066757"/>
                  <a:gd name="connsiteY21" fmla="*/ 964586 h 1492361"/>
                  <a:gd name="connsiteX22" fmla="*/ 2167669 w 8066757"/>
                  <a:gd name="connsiteY22" fmla="*/ 967818 h 1492361"/>
                  <a:gd name="connsiteX23" fmla="*/ 2162920 w 8066757"/>
                  <a:gd name="connsiteY23" fmla="*/ 967219 h 1492361"/>
                  <a:gd name="connsiteX24" fmla="*/ 1937103 w 8066757"/>
                  <a:gd name="connsiteY24" fmla="*/ 1017532 h 1492361"/>
                  <a:gd name="connsiteX25" fmla="*/ 1131288 w 8066757"/>
                  <a:gd name="connsiteY25" fmla="*/ 1091470 h 1492361"/>
                  <a:gd name="connsiteX26" fmla="*/ 824583 w 8066757"/>
                  <a:gd name="connsiteY26" fmla="*/ 1080040 h 1492361"/>
                  <a:gd name="connsiteX27" fmla="*/ 32698 w 8066757"/>
                  <a:gd name="connsiteY27" fmla="*/ 856486 h 1492361"/>
                  <a:gd name="connsiteX28" fmla="*/ 0 w 8066757"/>
                  <a:gd name="connsiteY28" fmla="*/ 826785 h 1492361"/>
                  <a:gd name="connsiteX29" fmla="*/ 826488 w 8066757"/>
                  <a:gd name="connsiteY29" fmla="*/ 1051465 h 1492361"/>
                  <a:gd name="connsiteX30" fmla="*/ 1856393 w 8066757"/>
                  <a:gd name="connsiteY30" fmla="*/ 1002843 h 1492361"/>
                  <a:gd name="connsiteX31" fmla="*/ 2155932 w 8066757"/>
                  <a:gd name="connsiteY31" fmla="*/ 939216 h 1492361"/>
                  <a:gd name="connsiteX32" fmla="*/ 2158895 w 8066757"/>
                  <a:gd name="connsiteY32" fmla="*/ 936882 h 1492361"/>
                  <a:gd name="connsiteX33" fmla="*/ 2170900 w 8066757"/>
                  <a:gd name="connsiteY33" fmla="*/ 933649 h 1492361"/>
                  <a:gd name="connsiteX34" fmla="*/ 3119788 w 8066757"/>
                  <a:gd name="connsiteY34" fmla="*/ 704624 h 1492361"/>
                  <a:gd name="connsiteX35" fmla="*/ 4005416 w 8066757"/>
                  <a:gd name="connsiteY35" fmla="*/ 706009 h 1492361"/>
                  <a:gd name="connsiteX36" fmla="*/ 4243215 w 8066757"/>
                  <a:gd name="connsiteY36" fmla="*/ 1128044 h 1492361"/>
                  <a:gd name="connsiteX37" fmla="*/ 4457003 w 8066757"/>
                  <a:gd name="connsiteY37" fmla="*/ 1456807 h 1492361"/>
                  <a:gd name="connsiteX38" fmla="*/ 4821782 w 8066757"/>
                  <a:gd name="connsiteY38" fmla="*/ 1291964 h 1492361"/>
                  <a:gd name="connsiteX39" fmla="*/ 5210110 w 8066757"/>
                  <a:gd name="connsiteY39" fmla="*/ 903636 h 1492361"/>
                  <a:gd name="connsiteX40" fmla="*/ 5380032 w 8066757"/>
                  <a:gd name="connsiteY40" fmla="*/ 724940 h 1492361"/>
                  <a:gd name="connsiteX41" fmla="*/ 5507935 w 8066757"/>
                  <a:gd name="connsiteY41" fmla="*/ 593804 h 1492361"/>
                  <a:gd name="connsiteX42" fmla="*/ 6429118 w 8066757"/>
                  <a:gd name="connsiteY42" fmla="*/ 0 h 1492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8066757" h="1492361">
                    <a:moveTo>
                      <a:pt x="6429118" y="0"/>
                    </a:moveTo>
                    <a:cubicBezTo>
                      <a:pt x="6431426" y="0"/>
                      <a:pt x="6434197" y="0"/>
                      <a:pt x="6436506" y="0"/>
                    </a:cubicBezTo>
                    <a:cubicBezTo>
                      <a:pt x="6575030" y="1847"/>
                      <a:pt x="6676152" y="63259"/>
                      <a:pt x="6746799" y="187930"/>
                    </a:cubicBezTo>
                    <a:cubicBezTo>
                      <a:pt x="6806826" y="294132"/>
                      <a:pt x="6836377" y="433579"/>
                      <a:pt x="6862235" y="556403"/>
                    </a:cubicBezTo>
                    <a:cubicBezTo>
                      <a:pt x="6899175" y="731405"/>
                      <a:pt x="6931035" y="882396"/>
                      <a:pt x="7031696" y="899942"/>
                    </a:cubicBezTo>
                    <a:cubicBezTo>
                      <a:pt x="7425565" y="970127"/>
                      <a:pt x="8033683" y="382325"/>
                      <a:pt x="8039686" y="376323"/>
                    </a:cubicBezTo>
                    <a:cubicBezTo>
                      <a:pt x="8046151" y="370320"/>
                      <a:pt x="8056309" y="370320"/>
                      <a:pt x="8062311" y="376784"/>
                    </a:cubicBezTo>
                    <a:cubicBezTo>
                      <a:pt x="8068314" y="383249"/>
                      <a:pt x="8068314" y="393407"/>
                      <a:pt x="8061849" y="399410"/>
                    </a:cubicBezTo>
                    <a:cubicBezTo>
                      <a:pt x="8060465" y="400795"/>
                      <a:pt x="7904857" y="552248"/>
                      <a:pt x="7701227" y="692157"/>
                    </a:cubicBezTo>
                    <a:cubicBezTo>
                      <a:pt x="7426026" y="881934"/>
                      <a:pt x="7198848" y="962278"/>
                      <a:pt x="7025693" y="931340"/>
                    </a:cubicBezTo>
                    <a:cubicBezTo>
                      <a:pt x="6903330" y="909638"/>
                      <a:pt x="6869623" y="748489"/>
                      <a:pt x="6830375" y="562406"/>
                    </a:cubicBezTo>
                    <a:cubicBezTo>
                      <a:pt x="6778198" y="315372"/>
                      <a:pt x="6719556" y="35555"/>
                      <a:pt x="6436044" y="31860"/>
                    </a:cubicBezTo>
                    <a:cubicBezTo>
                      <a:pt x="6433735" y="31860"/>
                      <a:pt x="6431426" y="31860"/>
                      <a:pt x="6429118" y="31860"/>
                    </a:cubicBezTo>
                    <a:cubicBezTo>
                      <a:pt x="6085579" y="31860"/>
                      <a:pt x="5752199" y="382787"/>
                      <a:pt x="5531023" y="615507"/>
                    </a:cubicBezTo>
                    <a:cubicBezTo>
                      <a:pt x="5482078" y="667222"/>
                      <a:pt x="5439597" y="711550"/>
                      <a:pt x="5402196" y="747566"/>
                    </a:cubicBezTo>
                    <a:cubicBezTo>
                      <a:pt x="5356021" y="791432"/>
                      <a:pt x="5299226" y="853306"/>
                      <a:pt x="5233659" y="924877"/>
                    </a:cubicBezTo>
                    <a:cubicBezTo>
                      <a:pt x="5012021" y="1167293"/>
                      <a:pt x="4712809" y="1492361"/>
                      <a:pt x="4491172" y="1492361"/>
                    </a:cubicBezTo>
                    <a:cubicBezTo>
                      <a:pt x="4477319" y="1492361"/>
                      <a:pt x="4463467" y="1490976"/>
                      <a:pt x="4450538" y="1488205"/>
                    </a:cubicBezTo>
                    <a:cubicBezTo>
                      <a:pt x="4313861" y="1460501"/>
                      <a:pt x="4264455" y="1303507"/>
                      <a:pt x="4212278" y="1137279"/>
                    </a:cubicBezTo>
                    <a:cubicBezTo>
                      <a:pt x="4162871" y="980286"/>
                      <a:pt x="4112079" y="817751"/>
                      <a:pt x="3986946" y="732328"/>
                    </a:cubicBezTo>
                    <a:cubicBezTo>
                      <a:pt x="3867815" y="651061"/>
                      <a:pt x="3577839" y="652446"/>
                      <a:pt x="3125329" y="736022"/>
                    </a:cubicBezTo>
                    <a:cubicBezTo>
                      <a:pt x="2755470" y="804823"/>
                      <a:pt x="2366681" y="912871"/>
                      <a:pt x="2179674" y="964586"/>
                    </a:cubicBezTo>
                    <a:lnTo>
                      <a:pt x="2167669" y="967818"/>
                    </a:lnTo>
                    <a:lnTo>
                      <a:pt x="2162920" y="967219"/>
                    </a:lnTo>
                    <a:lnTo>
                      <a:pt x="1937103" y="1017532"/>
                    </a:lnTo>
                    <a:cubicBezTo>
                      <a:pt x="1679214" y="1065753"/>
                      <a:pt x="1399893" y="1091470"/>
                      <a:pt x="1131288" y="1091470"/>
                    </a:cubicBezTo>
                    <a:cubicBezTo>
                      <a:pt x="1026513" y="1091470"/>
                      <a:pt x="923643" y="1087660"/>
                      <a:pt x="824583" y="1080040"/>
                    </a:cubicBezTo>
                    <a:cubicBezTo>
                      <a:pt x="460966" y="1051465"/>
                      <a:pt x="188432" y="973598"/>
                      <a:pt x="32698" y="856486"/>
                    </a:cubicBezTo>
                    <a:lnTo>
                      <a:pt x="0" y="826785"/>
                    </a:lnTo>
                    <a:cubicBezTo>
                      <a:pt x="251503" y="1005647"/>
                      <a:pt x="542995" y="1021892"/>
                      <a:pt x="826488" y="1051465"/>
                    </a:cubicBezTo>
                    <a:cubicBezTo>
                      <a:pt x="1154386" y="1077183"/>
                      <a:pt x="1520860" y="1058966"/>
                      <a:pt x="1856393" y="1002843"/>
                    </a:cubicBezTo>
                    <a:lnTo>
                      <a:pt x="2155932" y="939216"/>
                    </a:lnTo>
                    <a:lnTo>
                      <a:pt x="2158895" y="936882"/>
                    </a:lnTo>
                    <a:lnTo>
                      <a:pt x="2170900" y="933649"/>
                    </a:lnTo>
                    <a:cubicBezTo>
                      <a:pt x="2358370" y="881473"/>
                      <a:pt x="2748082" y="773424"/>
                      <a:pt x="3119788" y="704624"/>
                    </a:cubicBezTo>
                    <a:cubicBezTo>
                      <a:pt x="3581072" y="619201"/>
                      <a:pt x="3878897" y="620124"/>
                      <a:pt x="4005416" y="706009"/>
                    </a:cubicBezTo>
                    <a:cubicBezTo>
                      <a:pt x="4139784" y="797434"/>
                      <a:pt x="4194732" y="972898"/>
                      <a:pt x="4243215" y="1128044"/>
                    </a:cubicBezTo>
                    <a:cubicBezTo>
                      <a:pt x="4294468" y="1291964"/>
                      <a:pt x="4338796" y="1433258"/>
                      <a:pt x="4457003" y="1456807"/>
                    </a:cubicBezTo>
                    <a:cubicBezTo>
                      <a:pt x="4547505" y="1474815"/>
                      <a:pt x="4666635" y="1421253"/>
                      <a:pt x="4821782" y="1291964"/>
                    </a:cubicBezTo>
                    <a:cubicBezTo>
                      <a:pt x="4957073" y="1179297"/>
                      <a:pt x="5097444" y="1026460"/>
                      <a:pt x="5210110" y="903636"/>
                    </a:cubicBezTo>
                    <a:cubicBezTo>
                      <a:pt x="5276140" y="832065"/>
                      <a:pt x="5332934" y="769730"/>
                      <a:pt x="5380032" y="724940"/>
                    </a:cubicBezTo>
                    <a:cubicBezTo>
                      <a:pt x="5416971" y="689848"/>
                      <a:pt x="5458991" y="645520"/>
                      <a:pt x="5507935" y="593804"/>
                    </a:cubicBezTo>
                    <a:cubicBezTo>
                      <a:pt x="5732806" y="356930"/>
                      <a:pt x="6071727" y="0"/>
                      <a:pt x="64291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2022FF3-3563-451D-9608-D831AA18AE1B}"/>
              </a:ext>
            </a:extLst>
          </p:cNvPr>
          <p:cNvSpPr txBox="1"/>
          <p:nvPr/>
        </p:nvSpPr>
        <p:spPr>
          <a:xfrm flipH="1">
            <a:off x="4486838" y="1741935"/>
            <a:ext cx="17157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3"/>
                </a:solidFill>
                <a:cs typeface="Arial"/>
              </a:rPr>
              <a:t>2022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DD3363-35ED-458F-8FD6-81D34EE746D2}"/>
              </a:ext>
            </a:extLst>
          </p:cNvPr>
          <p:cNvSpPr txBox="1"/>
          <p:nvPr/>
        </p:nvSpPr>
        <p:spPr>
          <a:xfrm flipH="1">
            <a:off x="716664" y="1836635"/>
            <a:ext cx="311228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 </a:t>
            </a:r>
            <a:r>
              <a:rPr lang="en-US" sz="1200" dirty="0" err="1">
                <a:ea typeface="+mn-lt"/>
                <a:cs typeface="+mn-lt"/>
              </a:rPr>
              <a:t>l’e</a:t>
            </a:r>
            <a:r>
              <a:rPr lang="en-US" sz="1200" dirty="0">
                <a:ea typeface="+mn-lt"/>
                <a:cs typeface="+mn-lt"/>
              </a:rPr>
              <a:t>-commerce </a:t>
            </a:r>
            <a:r>
              <a:rPr lang="en-US" sz="1200" dirty="0" err="1">
                <a:ea typeface="+mn-lt"/>
                <a:cs typeface="+mn-lt"/>
              </a:rPr>
              <a:t>est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devenu</a:t>
            </a:r>
            <a:r>
              <a:rPr lang="en-US" sz="1200" dirty="0">
                <a:ea typeface="+mn-lt"/>
                <a:cs typeface="+mn-lt"/>
              </a:rPr>
              <a:t> le </a:t>
            </a:r>
            <a:r>
              <a:rPr lang="en-US" sz="1200" dirty="0" err="1">
                <a:ea typeface="+mn-lt"/>
                <a:cs typeface="+mn-lt"/>
              </a:rPr>
              <a:t>secteur</a:t>
            </a:r>
            <a:r>
              <a:rPr lang="en-US" sz="1200" dirty="0">
                <a:ea typeface="+mn-lt"/>
                <a:cs typeface="+mn-lt"/>
              </a:rPr>
              <a:t> à la plus forte Croissance</a:t>
            </a:r>
            <a:endParaRPr lang="fr-FR" dirty="0" err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34D255-FCDE-42F2-BC95-6B8CE0D7CDC8}"/>
              </a:ext>
            </a:extLst>
          </p:cNvPr>
          <p:cNvSpPr txBox="1"/>
          <p:nvPr/>
        </p:nvSpPr>
        <p:spPr>
          <a:xfrm flipH="1">
            <a:off x="4486838" y="2888247"/>
            <a:ext cx="17157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2"/>
                </a:solidFill>
              </a:rPr>
              <a:t>95% 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32179C-91B6-41BA-9489-44E401CA2550}"/>
              </a:ext>
            </a:extLst>
          </p:cNvPr>
          <p:cNvSpPr txBox="1"/>
          <p:nvPr/>
        </p:nvSpPr>
        <p:spPr>
          <a:xfrm flipH="1">
            <a:off x="716666" y="2982947"/>
            <a:ext cx="31122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des </a:t>
            </a:r>
            <a:r>
              <a:rPr lang="en-US" sz="1200" dirty="0" err="1">
                <a:ea typeface="+mn-lt"/>
                <a:cs typeface="+mn-lt"/>
              </a:rPr>
              <a:t>achats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seront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effectués</a:t>
            </a:r>
            <a:r>
              <a:rPr lang="en-US" sz="1200" dirty="0">
                <a:ea typeface="+mn-lt"/>
                <a:cs typeface="+mn-lt"/>
              </a:rPr>
              <a:t> sur Internet </a:t>
            </a:r>
            <a:r>
              <a:rPr lang="en-US" sz="1200" dirty="0" err="1">
                <a:ea typeface="+mn-lt"/>
                <a:cs typeface="+mn-lt"/>
              </a:rPr>
              <a:t>d'ici</a:t>
            </a:r>
            <a:r>
              <a:rPr lang="en-US" sz="1200" dirty="0">
                <a:ea typeface="+mn-lt"/>
                <a:cs typeface="+mn-lt"/>
              </a:rPr>
              <a:t> 2040 </a:t>
            </a:r>
            <a:r>
              <a:rPr lang="en-US" sz="1200" dirty="0" err="1">
                <a:ea typeface="+mn-lt"/>
                <a:cs typeface="+mn-lt"/>
              </a:rPr>
              <a:t>selon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Kinsta</a:t>
            </a:r>
            <a:endParaRPr lang="fr-FR" dirty="0" err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4F0F1B-D5A9-46C4-814D-2A343DD11E59}"/>
              </a:ext>
            </a:extLst>
          </p:cNvPr>
          <p:cNvSpPr txBox="1"/>
          <p:nvPr/>
        </p:nvSpPr>
        <p:spPr>
          <a:xfrm flipH="1">
            <a:off x="4486838" y="5180869"/>
            <a:ext cx="17157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1"/>
                </a:solidFill>
                <a:cs typeface="Arial"/>
              </a:rPr>
              <a:t>2024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C7C088-CED9-4D5D-BC45-A7D24425D6C3}"/>
              </a:ext>
            </a:extLst>
          </p:cNvPr>
          <p:cNvSpPr txBox="1"/>
          <p:nvPr/>
        </p:nvSpPr>
        <p:spPr>
          <a:xfrm flipH="1">
            <a:off x="716666" y="5275570"/>
            <a:ext cx="31122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 il </a:t>
            </a:r>
            <a:r>
              <a:rPr lang="en-US" sz="1200" dirty="0" err="1">
                <a:ea typeface="+mn-lt"/>
                <a:cs typeface="+mn-lt"/>
              </a:rPr>
              <a:t>devrait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atteindre</a:t>
            </a:r>
            <a:r>
              <a:rPr lang="en-US" sz="1200" dirty="0">
                <a:ea typeface="+mn-lt"/>
                <a:cs typeface="+mn-lt"/>
              </a:rPr>
              <a:t> 7 trillions de dollars </a:t>
            </a:r>
            <a:r>
              <a:rPr lang="en-US" sz="1200" dirty="0" err="1">
                <a:ea typeface="+mn-lt"/>
                <a:cs typeface="+mn-lt"/>
              </a:rPr>
              <a:t>d'ici</a:t>
            </a:r>
            <a:r>
              <a:rPr lang="en-US" sz="1200" dirty="0">
                <a:ea typeface="+mn-lt"/>
                <a:cs typeface="+mn-lt"/>
              </a:rPr>
              <a:t> 2024</a:t>
            </a:r>
            <a:endParaRPr lang="fr-F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93119B-6333-42C6-895A-8C523B361F21}"/>
              </a:ext>
            </a:extLst>
          </p:cNvPr>
          <p:cNvSpPr txBox="1"/>
          <p:nvPr/>
        </p:nvSpPr>
        <p:spPr>
          <a:xfrm flipH="1">
            <a:off x="4486838" y="4034557"/>
            <a:ext cx="171576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ko-KR" sz="3200" dirty="0">
                <a:solidFill>
                  <a:schemeClr val="accent4"/>
                </a:solidFill>
                <a:cs typeface="Arial"/>
              </a:rPr>
              <a:t>4,9 tri $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71E840-6DF7-4532-BC97-D1872481F81C}"/>
              </a:ext>
            </a:extLst>
          </p:cNvPr>
          <p:cNvSpPr txBox="1"/>
          <p:nvPr/>
        </p:nvSpPr>
        <p:spPr>
          <a:xfrm flipH="1">
            <a:off x="716666" y="4129258"/>
            <a:ext cx="311228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Le chiffre </a:t>
            </a:r>
            <a:r>
              <a:rPr lang="en-US" sz="1200" dirty="0" err="1">
                <a:ea typeface="+mn-lt"/>
                <a:cs typeface="+mn-lt"/>
              </a:rPr>
              <a:t>d'affaires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mondial</a:t>
            </a:r>
            <a:r>
              <a:rPr lang="en-US" sz="1200" dirty="0">
                <a:ea typeface="+mn-lt"/>
                <a:cs typeface="+mn-lt"/>
              </a:rPr>
              <a:t> du e-commerce </a:t>
            </a:r>
            <a:r>
              <a:rPr lang="en-US" sz="1200" dirty="0" err="1">
                <a:ea typeface="+mn-lt"/>
                <a:cs typeface="+mn-lt"/>
              </a:rPr>
              <a:t>s'est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élevé</a:t>
            </a:r>
            <a:r>
              <a:rPr lang="en-US" sz="1200" dirty="0">
                <a:ea typeface="+mn-lt"/>
                <a:cs typeface="+mn-lt"/>
              </a:rPr>
              <a:t> à</a:t>
            </a:r>
            <a:endParaRPr lang="fr-FR" dirty="0"/>
          </a:p>
        </p:txBody>
      </p:sp>
      <p:cxnSp>
        <p:nvCxnSpPr>
          <p:cNvPr id="53" name="Straight Connector 26">
            <a:extLst>
              <a:ext uri="{FF2B5EF4-FFF2-40B4-BE49-F238E27FC236}">
                <a16:creationId xmlns:a16="http://schemas.microsoft.com/office/drawing/2014/main" id="{B7B1AF84-B1ED-4D06-BEC6-7112C249EC9A}"/>
              </a:ext>
            </a:extLst>
          </p:cNvPr>
          <p:cNvCxnSpPr>
            <a:cxnSpLocks/>
          </p:cNvCxnSpPr>
          <p:nvPr/>
        </p:nvCxnSpPr>
        <p:spPr>
          <a:xfrm flipH="1">
            <a:off x="3814875" y="2034323"/>
            <a:ext cx="82296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26">
            <a:extLst>
              <a:ext uri="{FF2B5EF4-FFF2-40B4-BE49-F238E27FC236}">
                <a16:creationId xmlns:a16="http://schemas.microsoft.com/office/drawing/2014/main" id="{9AF485E8-4874-480D-A60A-CE2835D4C708}"/>
              </a:ext>
            </a:extLst>
          </p:cNvPr>
          <p:cNvCxnSpPr>
            <a:cxnSpLocks/>
          </p:cNvCxnSpPr>
          <p:nvPr/>
        </p:nvCxnSpPr>
        <p:spPr>
          <a:xfrm flipH="1">
            <a:off x="3814875" y="3180635"/>
            <a:ext cx="82296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26">
            <a:extLst>
              <a:ext uri="{FF2B5EF4-FFF2-40B4-BE49-F238E27FC236}">
                <a16:creationId xmlns:a16="http://schemas.microsoft.com/office/drawing/2014/main" id="{D37588C0-B997-4EEE-961C-47A007C37777}"/>
              </a:ext>
            </a:extLst>
          </p:cNvPr>
          <p:cNvCxnSpPr>
            <a:cxnSpLocks/>
          </p:cNvCxnSpPr>
          <p:nvPr/>
        </p:nvCxnSpPr>
        <p:spPr>
          <a:xfrm flipH="1">
            <a:off x="3814875" y="4326945"/>
            <a:ext cx="82296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26">
            <a:extLst>
              <a:ext uri="{FF2B5EF4-FFF2-40B4-BE49-F238E27FC236}">
                <a16:creationId xmlns:a16="http://schemas.microsoft.com/office/drawing/2014/main" id="{B4469228-910F-4570-BBDC-0A8CB9819BA5}"/>
              </a:ext>
            </a:extLst>
          </p:cNvPr>
          <p:cNvCxnSpPr>
            <a:cxnSpLocks/>
          </p:cNvCxnSpPr>
          <p:nvPr/>
        </p:nvCxnSpPr>
        <p:spPr>
          <a:xfrm flipH="1">
            <a:off x="3814875" y="5473255"/>
            <a:ext cx="822960" cy="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43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ctr"/>
          <a:lstStyle/>
          <a:p>
            <a:r>
              <a:rPr lang="en-US" dirty="0" err="1">
                <a:latin typeface="Times New Roman"/>
                <a:cs typeface="Arial"/>
              </a:rPr>
              <a:t>Présentation</a:t>
            </a:r>
            <a:r>
              <a:rPr lang="en-US" dirty="0">
                <a:latin typeface="Times New Roman"/>
                <a:cs typeface="Arial"/>
              </a:rPr>
              <a:t> du </a:t>
            </a:r>
            <a:r>
              <a:rPr lang="en-US" dirty="0" err="1">
                <a:latin typeface="Times New Roman"/>
                <a:cs typeface="Arial"/>
              </a:rPr>
              <a:t>projet</a:t>
            </a:r>
            <a:endParaRPr lang="en-US" dirty="0" err="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697433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63">
            <a:extLst>
              <a:ext uri="{FF2B5EF4-FFF2-40B4-BE49-F238E27FC236}">
                <a16:creationId xmlns:a16="http://schemas.microsoft.com/office/drawing/2014/main" id="{F066F4BE-6FF2-44A2-A231-C5B427ACAB65}"/>
              </a:ext>
            </a:extLst>
          </p:cNvPr>
          <p:cNvSpPr txBox="1"/>
          <p:nvPr/>
        </p:nvSpPr>
        <p:spPr>
          <a:xfrm rot="16200000">
            <a:off x="-1467763" y="2399722"/>
            <a:ext cx="431022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2800" dirty="0">
                <a:solidFill>
                  <a:schemeClr val="bg1"/>
                </a:solidFill>
                <a:cs typeface="Arial" pitchFamily="34" charset="0"/>
              </a:rPr>
              <a:t>INTERNET SHOPPING</a:t>
            </a:r>
            <a:endParaRPr lang="ko-KR" altLang="en-US" sz="2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3A0D9B-438F-4363-88DD-1448FAECC8BF}"/>
              </a:ext>
            </a:extLst>
          </p:cNvPr>
          <p:cNvSpPr txBox="1"/>
          <p:nvPr/>
        </p:nvSpPr>
        <p:spPr>
          <a:xfrm rot="16200000">
            <a:off x="-293288" y="1935289"/>
            <a:ext cx="350446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US" altLang="ko-KR" sz="3600" dirty="0">
                <a:solidFill>
                  <a:schemeClr val="accent3">
                    <a:lumMod val="60000"/>
                    <a:lumOff val="40000"/>
                  </a:schemeClr>
                </a:solidFill>
                <a:cs typeface="Arial" pitchFamily="34" charset="0"/>
              </a:rPr>
              <a:t>E-COMMERCE</a:t>
            </a:r>
            <a:endParaRPr lang="ko-KR" altLang="en-US" sz="3600" dirty="0">
              <a:solidFill>
                <a:schemeClr val="accent3">
                  <a:lumMod val="60000"/>
                  <a:lumOff val="40000"/>
                </a:schemeClr>
              </a:solidFill>
              <a:cs typeface="Arial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83F271E-68BA-2E39-8995-D1ED40FB8C2B}"/>
              </a:ext>
            </a:extLst>
          </p:cNvPr>
          <p:cNvSpPr txBox="1"/>
          <p:nvPr/>
        </p:nvSpPr>
        <p:spPr>
          <a:xfrm>
            <a:off x="2631440" y="1148080"/>
            <a:ext cx="8534400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FFFFFF"/>
                </a:solidFill>
              </a:rPr>
              <a:t>Sur </a:t>
            </a:r>
            <a:r>
              <a:rPr lang="en-US" dirty="0" err="1">
                <a:solidFill>
                  <a:srgbClr val="FFFFFF"/>
                </a:solidFill>
              </a:rPr>
              <a:t>une</a:t>
            </a:r>
            <a:r>
              <a:rPr lang="en-US" dirty="0">
                <a:solidFill>
                  <a:srgbClr val="FFFFFF"/>
                </a:solidFill>
              </a:rPr>
              <a:t> boutique </a:t>
            </a:r>
            <a:r>
              <a:rPr lang="en-US" dirty="0" err="1">
                <a:solidFill>
                  <a:srgbClr val="FFFFFF"/>
                </a:solidFill>
              </a:rPr>
              <a:t>en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ligne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comme</a:t>
            </a:r>
            <a:r>
              <a:rPr lang="en-US" dirty="0">
                <a:solidFill>
                  <a:srgbClr val="FFFFFF"/>
                </a:solidFill>
              </a:rPr>
              <a:t> dans un </a:t>
            </a:r>
            <a:r>
              <a:rPr lang="en-US" dirty="0" err="1">
                <a:solidFill>
                  <a:srgbClr val="FFFFFF"/>
                </a:solidFill>
              </a:rPr>
              <a:t>magasin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réel</a:t>
            </a:r>
            <a:r>
              <a:rPr lang="en-US" dirty="0">
                <a:solidFill>
                  <a:srgbClr val="FFFFFF"/>
                </a:solidFill>
              </a:rPr>
              <a:t>, on </a:t>
            </a:r>
            <a:r>
              <a:rPr lang="en-US" dirty="0" err="1">
                <a:solidFill>
                  <a:srgbClr val="FFFFFF"/>
                </a:solidFill>
              </a:rPr>
              <a:t>peut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choisir</a:t>
            </a:r>
            <a:r>
              <a:rPr lang="en-US" dirty="0">
                <a:solidFill>
                  <a:srgbClr val="FFFFFF"/>
                </a:solidFill>
              </a:rPr>
              <a:t> et payer des articles. Pour </a:t>
            </a:r>
            <a:r>
              <a:rPr lang="en-US" dirty="0" err="1">
                <a:solidFill>
                  <a:srgbClr val="FFFFFF"/>
                </a:solidFill>
              </a:rPr>
              <a:t>acheter</a:t>
            </a:r>
            <a:r>
              <a:rPr lang="en-US" dirty="0">
                <a:solidFill>
                  <a:srgbClr val="FFFFFF"/>
                </a:solidFill>
              </a:rPr>
              <a:t> dans </a:t>
            </a:r>
            <a:r>
              <a:rPr lang="en-US" dirty="0" err="1">
                <a:solidFill>
                  <a:srgbClr val="FFFFFF"/>
                </a:solidFill>
              </a:rPr>
              <a:t>une</a:t>
            </a:r>
            <a:r>
              <a:rPr lang="en-US" dirty="0">
                <a:solidFill>
                  <a:srgbClr val="FFFFFF"/>
                </a:solidFill>
              </a:rPr>
              <a:t> boutique </a:t>
            </a:r>
            <a:r>
              <a:rPr lang="en-US" dirty="0" err="1">
                <a:solidFill>
                  <a:srgbClr val="FFFFFF"/>
                </a:solidFill>
              </a:rPr>
              <a:t>en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ligne</a:t>
            </a:r>
            <a:r>
              <a:rPr lang="en-US" dirty="0">
                <a:solidFill>
                  <a:srgbClr val="FFFFFF"/>
                </a:solidFill>
              </a:rPr>
              <a:t>, il </a:t>
            </a:r>
            <a:r>
              <a:rPr lang="en-US" dirty="0" err="1">
                <a:solidFill>
                  <a:srgbClr val="FFFFFF"/>
                </a:solidFill>
              </a:rPr>
              <a:t>suffit</a:t>
            </a:r>
            <a:r>
              <a:rPr lang="en-US" dirty="0">
                <a:solidFill>
                  <a:srgbClr val="FFFFFF"/>
                </a:solidFill>
              </a:rPr>
              <a:t> le plus </a:t>
            </a:r>
            <a:r>
              <a:rPr lang="en-US" dirty="0" err="1">
                <a:solidFill>
                  <a:srgbClr val="FFFFFF"/>
                </a:solidFill>
              </a:rPr>
              <a:t>souvent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cliquer</a:t>
            </a:r>
            <a:r>
              <a:rPr lang="en-US" dirty="0">
                <a:solidFill>
                  <a:srgbClr val="FFFFFF"/>
                </a:solidFill>
              </a:rPr>
              <a:t> sur les </a:t>
            </a:r>
            <a:r>
              <a:rPr lang="en-US" dirty="0" err="1">
                <a:solidFill>
                  <a:srgbClr val="FFFFFF"/>
                </a:solidFill>
              </a:rPr>
              <a:t>produits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sélectionnés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puis</a:t>
            </a:r>
            <a:r>
              <a:rPr lang="en-US" dirty="0">
                <a:solidFill>
                  <a:srgbClr val="FFFFFF"/>
                </a:solidFill>
              </a:rPr>
              <a:t> de les </a:t>
            </a:r>
            <a:r>
              <a:rPr lang="en-US" dirty="0" err="1">
                <a:solidFill>
                  <a:srgbClr val="FFFFFF"/>
                </a:solidFill>
              </a:rPr>
              <a:t>ajouter</a:t>
            </a:r>
            <a:r>
              <a:rPr lang="en-US" dirty="0">
                <a:solidFill>
                  <a:srgbClr val="FFFFFF"/>
                </a:solidFill>
              </a:rPr>
              <a:t> dans un panier d'achat </a:t>
            </a:r>
            <a:r>
              <a:rPr lang="en-US" dirty="0" err="1">
                <a:solidFill>
                  <a:srgbClr val="FFFFFF"/>
                </a:solidFill>
              </a:rPr>
              <a:t>virtuel</a:t>
            </a:r>
            <a:r>
              <a:rPr lang="en-US" dirty="0">
                <a:solidFill>
                  <a:srgbClr val="FFFFFF"/>
                </a:solidFill>
              </a:rPr>
              <a:t>. </a:t>
            </a:r>
            <a:endParaRPr lang="fr-FR"/>
          </a:p>
          <a:p>
            <a:pPr>
              <a:lnSpc>
                <a:spcPct val="200000"/>
              </a:lnSpc>
            </a:pPr>
            <a:r>
              <a:rPr lang="en-US" dirty="0" err="1">
                <a:solidFill>
                  <a:srgbClr val="FFFFFF"/>
                </a:solidFill>
              </a:rPr>
              <a:t>L'acheteur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peut</a:t>
            </a:r>
            <a:r>
              <a:rPr lang="en-US" dirty="0">
                <a:solidFill>
                  <a:srgbClr val="FFFFFF"/>
                </a:solidFill>
              </a:rPr>
              <a:t> ensuite </a:t>
            </a:r>
            <a:r>
              <a:rPr lang="en-US" dirty="0" err="1">
                <a:solidFill>
                  <a:srgbClr val="FFFFFF"/>
                </a:solidFill>
              </a:rPr>
              <a:t>remplir</a:t>
            </a:r>
            <a:r>
              <a:rPr lang="en-US" dirty="0">
                <a:solidFill>
                  <a:srgbClr val="FFFFFF"/>
                </a:solidFill>
              </a:rPr>
              <a:t> un bon de </a:t>
            </a:r>
            <a:r>
              <a:rPr lang="en-US" dirty="0" err="1">
                <a:solidFill>
                  <a:srgbClr val="FFFFFF"/>
                </a:solidFill>
              </a:rPr>
              <a:t>commande</a:t>
            </a:r>
            <a:r>
              <a:rPr lang="en-US" dirty="0">
                <a:solidFill>
                  <a:srgbClr val="FFFFFF"/>
                </a:solidFill>
              </a:rPr>
              <a:t> et payer à </a:t>
            </a:r>
            <a:r>
              <a:rPr lang="en-US" dirty="0" err="1">
                <a:solidFill>
                  <a:srgbClr val="FFFFFF"/>
                </a:solidFill>
              </a:rPr>
              <a:t>l'aide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d'une</a:t>
            </a:r>
            <a:endParaRPr lang="en-US">
              <a:solidFill>
                <a:srgbClr val="FFFFFF"/>
              </a:solidFill>
              <a:cs typeface="Arial"/>
            </a:endParaRPr>
          </a:p>
          <a:p>
            <a:pPr algn="ctr">
              <a:lnSpc>
                <a:spcPct val="200000"/>
              </a:lnSpc>
            </a:pPr>
            <a:r>
              <a:rPr lang="en-US" dirty="0">
                <a:solidFill>
                  <a:srgbClr val="FFFFFF"/>
                </a:solidFill>
              </a:rPr>
              <a:t>carte </a:t>
            </a:r>
            <a:r>
              <a:rPr lang="en-US" dirty="0" err="1">
                <a:solidFill>
                  <a:srgbClr val="FFFFFF"/>
                </a:solidFill>
              </a:rPr>
              <a:t>bancaire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ou</a:t>
            </a:r>
            <a:r>
              <a:rPr lang="en-US" dirty="0">
                <a:solidFill>
                  <a:srgbClr val="FFFFFF"/>
                </a:solidFill>
              </a:rPr>
              <a:t> d'un </a:t>
            </a:r>
            <a:r>
              <a:rPr lang="en-US" dirty="0" err="1">
                <a:solidFill>
                  <a:srgbClr val="FFFFFF"/>
                </a:solidFill>
              </a:rPr>
              <a:t>autre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moyen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paiement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autorisé</a:t>
            </a:r>
            <a:r>
              <a:rPr lang="en-US" dirty="0">
                <a:solidFill>
                  <a:srgbClr val="FFFFFF"/>
                </a:solidFill>
              </a:rPr>
              <a:t> par la boutique </a:t>
            </a:r>
            <a:r>
              <a:rPr lang="en-US" dirty="0" err="1">
                <a:solidFill>
                  <a:srgbClr val="FFFFFF"/>
                </a:solidFill>
              </a:rPr>
              <a:t>en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ligne</a:t>
            </a:r>
            <a:r>
              <a:rPr lang="en-US" dirty="0">
                <a:solidFill>
                  <a:srgbClr val="FFFFFF"/>
                </a:solidFill>
              </a:rPr>
              <a:t>. La </a:t>
            </a:r>
            <a:r>
              <a:rPr lang="en-US" dirty="0" err="1">
                <a:solidFill>
                  <a:srgbClr val="FFFFFF"/>
                </a:solidFill>
              </a:rPr>
              <a:t>commande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est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livrée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en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fonction</a:t>
            </a:r>
            <a:r>
              <a:rPr lang="en-US" dirty="0">
                <a:solidFill>
                  <a:srgbClr val="FFFFFF"/>
                </a:solidFill>
              </a:rPr>
              <a:t> du </a:t>
            </a:r>
            <a:r>
              <a:rPr lang="en-US" dirty="0" err="1">
                <a:solidFill>
                  <a:srgbClr val="FFFFFF"/>
                </a:solidFill>
              </a:rPr>
              <a:t>choix</a:t>
            </a:r>
            <a:r>
              <a:rPr lang="en-US" dirty="0">
                <a:solidFill>
                  <a:srgbClr val="FFFFFF"/>
                </a:solidFill>
              </a:rPr>
              <a:t> de </a:t>
            </a:r>
            <a:r>
              <a:rPr lang="en-US" dirty="0" err="1">
                <a:solidFill>
                  <a:srgbClr val="FFFFFF"/>
                </a:solidFill>
              </a:rPr>
              <a:t>l'internaute</a:t>
            </a:r>
            <a:r>
              <a:rPr lang="en-US" dirty="0">
                <a:solidFill>
                  <a:srgbClr val="FFFFFF"/>
                </a:solidFill>
              </a:rPr>
              <a:t> et </a:t>
            </a:r>
            <a:r>
              <a:rPr lang="en-US" dirty="0" err="1">
                <a:solidFill>
                  <a:srgbClr val="FFFFFF"/>
                </a:solidFill>
              </a:rPr>
              <a:t>selon</a:t>
            </a:r>
            <a:r>
              <a:rPr lang="en-US" dirty="0">
                <a:solidFill>
                  <a:srgbClr val="FFFFFF"/>
                </a:solidFill>
              </a:rPr>
              <a:t> les </a:t>
            </a:r>
            <a:r>
              <a:rPr lang="en-US" dirty="0" err="1">
                <a:solidFill>
                  <a:srgbClr val="FFFFFF"/>
                </a:solidFill>
              </a:rPr>
              <a:t>modalités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définies</a:t>
            </a:r>
            <a:r>
              <a:rPr lang="en-US" dirty="0">
                <a:solidFill>
                  <a:srgbClr val="FFFFFF"/>
                </a:solidFill>
              </a:rPr>
              <a:t> par la boutique.</a:t>
            </a:r>
            <a:endParaRPr lang="en-US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931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BD0D67-55B6-4BF5-BB93-4A20FB1C8758}"/>
              </a:ext>
            </a:extLst>
          </p:cNvPr>
          <p:cNvSpPr txBox="1"/>
          <p:nvPr/>
        </p:nvSpPr>
        <p:spPr>
          <a:xfrm>
            <a:off x="2893741" y="245326"/>
            <a:ext cx="623724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4000" b="1" dirty="0">
                <a:latin typeface="Times New Roman"/>
                <a:cs typeface="Times New Roman"/>
              </a:rPr>
              <a:t>Conception et modélisation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C0EAC1F-49AB-43B7-ABAA-42CC647D3D79}"/>
              </a:ext>
            </a:extLst>
          </p:cNvPr>
          <p:cNvSpPr txBox="1"/>
          <p:nvPr/>
        </p:nvSpPr>
        <p:spPr>
          <a:xfrm>
            <a:off x="4445619" y="1044498"/>
            <a:ext cx="32914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latin typeface="Times New Roman"/>
                <a:cs typeface="Times New Roman"/>
              </a:rPr>
              <a:t>Diagramme</a:t>
            </a:r>
            <a:r>
              <a:rPr lang="fr-FR"/>
              <a:t> de cas d'utilisation</a:t>
            </a:r>
          </a:p>
        </p:txBody>
      </p:sp>
      <p:pic>
        <p:nvPicPr>
          <p:cNvPr id="2" name="Image 6">
            <a:extLst>
              <a:ext uri="{FF2B5EF4-FFF2-40B4-BE49-F238E27FC236}">
                <a16:creationId xmlns:a16="http://schemas.microsoft.com/office/drawing/2014/main" id="{BD5608F8-D3D3-854D-4C78-5081AB518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960" y="1480923"/>
            <a:ext cx="8341360" cy="538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995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2">
            <a:extLst>
              <a:ext uri="{FF2B5EF4-FFF2-40B4-BE49-F238E27FC236}">
                <a16:creationId xmlns:a16="http://schemas.microsoft.com/office/drawing/2014/main" id="{F36144C8-0F3E-42CE-944C-3D1B15C37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02" y="1198040"/>
            <a:ext cx="9383743" cy="5104477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8D85B65-33BC-4FDB-8CA7-E451C845DE7C}"/>
              </a:ext>
            </a:extLst>
          </p:cNvPr>
          <p:cNvSpPr txBox="1"/>
          <p:nvPr/>
        </p:nvSpPr>
        <p:spPr>
          <a:xfrm>
            <a:off x="4532738" y="555470"/>
            <a:ext cx="3124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cs typeface="Arial"/>
              </a:rPr>
              <a:t>Diagramme de classe</a:t>
            </a:r>
            <a:endParaRPr lang="fr-F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893736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4">
            <a:extLst>
              <a:ext uri="{FF2B5EF4-FFF2-40B4-BE49-F238E27FC236}">
                <a16:creationId xmlns:a16="http://schemas.microsoft.com/office/drawing/2014/main" id="{EE5DDC3F-65A4-4650-91E3-F85FFEC14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481" y="3433386"/>
            <a:ext cx="1857877" cy="1867903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0B52FCD-81CD-4296-82E7-C1BE795FD1B3}"/>
              </a:ext>
            </a:extLst>
          </p:cNvPr>
          <p:cNvSpPr txBox="1"/>
          <p:nvPr/>
        </p:nvSpPr>
        <p:spPr>
          <a:xfrm>
            <a:off x="4519962" y="180278"/>
            <a:ext cx="305915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4000" b="1">
                <a:latin typeface="Times New Roman"/>
              </a:rPr>
              <a:t>Réalisation</a:t>
            </a:r>
            <a:endParaRPr lang="fr-FR" sz="400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0C3AFD-FD33-41F2-AF88-18BC1CD8FDFD}"/>
              </a:ext>
            </a:extLst>
          </p:cNvPr>
          <p:cNvSpPr txBox="1"/>
          <p:nvPr/>
        </p:nvSpPr>
        <p:spPr>
          <a:xfrm>
            <a:off x="4715107" y="895814"/>
            <a:ext cx="32171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latin typeface="Times New Roman"/>
                <a:cs typeface="Times New Roman"/>
              </a:rPr>
              <a:t>Choix technologique</a:t>
            </a:r>
          </a:p>
        </p:txBody>
      </p:sp>
      <p:pic>
        <p:nvPicPr>
          <p:cNvPr id="7" name="Image 7">
            <a:extLst>
              <a:ext uri="{FF2B5EF4-FFF2-40B4-BE49-F238E27FC236}">
                <a16:creationId xmlns:a16="http://schemas.microsoft.com/office/drawing/2014/main" id="{BCC66B56-925C-B737-49D4-D3E09763C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00760"/>
            <a:ext cx="2336800" cy="2336800"/>
          </a:xfrm>
          <a:prstGeom prst="rect">
            <a:avLst/>
          </a:prstGeom>
        </p:spPr>
      </p:pic>
      <p:pic>
        <p:nvPicPr>
          <p:cNvPr id="9" name="Image 9">
            <a:extLst>
              <a:ext uri="{FF2B5EF4-FFF2-40B4-BE49-F238E27FC236}">
                <a16:creationId xmlns:a16="http://schemas.microsoft.com/office/drawing/2014/main" id="{9C1493DC-8A63-2663-A5D2-AE36CA21D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360" y="1630680"/>
            <a:ext cx="2011680" cy="2011680"/>
          </a:xfrm>
          <a:prstGeom prst="rect">
            <a:avLst/>
          </a:prstGeom>
        </p:spPr>
      </p:pic>
      <p:pic>
        <p:nvPicPr>
          <p:cNvPr id="10" name="Image 11">
            <a:extLst>
              <a:ext uri="{FF2B5EF4-FFF2-40B4-BE49-F238E27FC236}">
                <a16:creationId xmlns:a16="http://schemas.microsoft.com/office/drawing/2014/main" id="{4483DA69-7E94-C3AF-238D-3FBB0C170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6480" y="4404360"/>
            <a:ext cx="1717040" cy="1717040"/>
          </a:xfrm>
          <a:prstGeom prst="rect">
            <a:avLst/>
          </a:prstGeom>
        </p:spPr>
      </p:pic>
      <p:pic>
        <p:nvPicPr>
          <p:cNvPr id="12" name="Image 12">
            <a:extLst>
              <a:ext uri="{FF2B5EF4-FFF2-40B4-BE49-F238E27FC236}">
                <a16:creationId xmlns:a16="http://schemas.microsoft.com/office/drawing/2014/main" id="{0246C7DE-BC50-E8DB-1ED7-5F375DCF49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720" y="980440"/>
            <a:ext cx="2438400" cy="2438400"/>
          </a:xfrm>
          <a:prstGeom prst="rect">
            <a:avLst/>
          </a:prstGeom>
        </p:spPr>
      </p:pic>
      <p:pic>
        <p:nvPicPr>
          <p:cNvPr id="13" name="Image 13">
            <a:extLst>
              <a:ext uri="{FF2B5EF4-FFF2-40B4-BE49-F238E27FC236}">
                <a16:creationId xmlns:a16="http://schemas.microsoft.com/office/drawing/2014/main" id="{0929B90D-DC5C-6D95-79CF-A53B970657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1920" y="375412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9033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AE393B-89AE-47FE-9176-7C8778D30E4B}"/>
              </a:ext>
            </a:extLst>
          </p:cNvPr>
          <p:cNvSpPr/>
          <p:nvPr/>
        </p:nvSpPr>
        <p:spPr>
          <a:xfrm>
            <a:off x="788020" y="537118"/>
            <a:ext cx="9311266" cy="52968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C950312-D0E8-46B0-9F9A-6535DEEF27D1}"/>
              </a:ext>
            </a:extLst>
          </p:cNvPr>
          <p:cNvSpPr txBox="1"/>
          <p:nvPr/>
        </p:nvSpPr>
        <p:spPr>
          <a:xfrm>
            <a:off x="3575593" y="2609152"/>
            <a:ext cx="383973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5400" b="1" dirty="0">
                <a:latin typeface="Times New Roman"/>
                <a:cs typeface="Arial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4685214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ver and End Slide Master">
  <a:themeElements>
    <a:clrScheme name="ALLPPT-2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BDC7"/>
      </a:accent1>
      <a:accent2>
        <a:srgbClr val="85C2F8"/>
      </a:accent2>
      <a:accent3>
        <a:srgbClr val="96E5D8"/>
      </a:accent3>
      <a:accent4>
        <a:srgbClr val="BE8BE2"/>
      </a:accent4>
      <a:accent5>
        <a:srgbClr val="BFBFBF"/>
      </a:accent5>
      <a:accent6>
        <a:srgbClr val="3F3F3F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2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BDC7"/>
      </a:accent1>
      <a:accent2>
        <a:srgbClr val="85C2F8"/>
      </a:accent2>
      <a:accent3>
        <a:srgbClr val="96E5D8"/>
      </a:accent3>
      <a:accent4>
        <a:srgbClr val="BE8BE2"/>
      </a:accent4>
      <a:accent5>
        <a:srgbClr val="BFBFBF"/>
      </a:accent5>
      <a:accent6>
        <a:srgbClr val="3F3F3F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2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BDC7"/>
      </a:accent1>
      <a:accent2>
        <a:srgbClr val="85C2F8"/>
      </a:accent2>
      <a:accent3>
        <a:srgbClr val="96E5D8"/>
      </a:accent3>
      <a:accent4>
        <a:srgbClr val="BE8BE2"/>
      </a:accent4>
      <a:accent5>
        <a:srgbClr val="BFBFBF"/>
      </a:accent5>
      <a:accent6>
        <a:srgbClr val="3F3F3F"/>
      </a:accent6>
      <a:hlink>
        <a:srgbClr val="0563C1"/>
      </a:hlink>
      <a:folHlink>
        <a:srgbClr val="954F72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10</Slides>
  <Notes>0</Notes>
  <HiddenSlides>0</HiddenSlides>
  <ScaleCrop>false</ScaleCrop>
  <HeadingPairs>
    <vt:vector size="4" baseType="variant">
      <vt:variant>
        <vt:lpstr>Thème</vt:lpstr>
      </vt:variant>
      <vt:variant>
        <vt:i4>4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Cover and End Slide Master</vt:lpstr>
      <vt:lpstr>Contents Slide Master</vt:lpstr>
      <vt:lpstr>Section Break Slide Master</vt:lpstr>
      <vt:lpstr>Contents Slide Master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revision>428</cp:revision>
  <dcterms:created xsi:type="dcterms:W3CDTF">2020-01-20T05:08:25Z</dcterms:created>
  <dcterms:modified xsi:type="dcterms:W3CDTF">2022-06-27T18:24:15Z</dcterms:modified>
</cp:coreProperties>
</file>